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 id="2147483661"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A7E54D-189A-4BB6-B8B5-B265EE7889B1}">
  <a:tblStyle styleId="{18A7E54D-189A-4BB6-B8B5-B265EE7889B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3" name="Google Shape;26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8" name="Google Shape;328;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1" name="Google Shape;371;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dk2"/>
        </a:solidFill>
        <a:effectLst/>
      </p:bgPr>
    </p:bg>
    <p:spTree>
      <p:nvGrpSpPr>
        <p:cNvPr id="1" name="Shape 18"/>
        <p:cNvGrpSpPr/>
        <p:nvPr/>
      </p:nvGrpSpPr>
      <p:grpSpPr>
        <a:xfrm>
          <a:off x="0" y="0"/>
          <a:ext cx="0" cy="0"/>
          <a:chOff x="0" y="0"/>
          <a:chExt cx="0" cy="0"/>
        </a:xfrm>
      </p:grpSpPr>
      <p:sp>
        <p:nvSpPr>
          <p:cNvPr id="19" name="Google Shape;19;p2"/>
          <p:cNvSpPr/>
          <p:nvPr/>
        </p:nvSpPr>
        <p:spPr>
          <a:xfrm>
            <a:off x="0" y="5971032"/>
            <a:ext cx="12192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 name="Google Shape;20;p2"/>
          <p:cNvSpPr/>
          <p:nvPr/>
        </p:nvSpPr>
        <p:spPr>
          <a:xfrm>
            <a:off x="-12192" y="6053328"/>
            <a:ext cx="2999232"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21;p2"/>
          <p:cNvSpPr/>
          <p:nvPr/>
        </p:nvSpPr>
        <p:spPr>
          <a:xfrm>
            <a:off x="3145536" y="6044184"/>
            <a:ext cx="9046464"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2"/>
          <p:cNvSpPr txBox="1">
            <a:spLocks noGrp="1"/>
          </p:cNvSpPr>
          <p:nvPr>
            <p:ph type="ctrTitle"/>
          </p:nvPr>
        </p:nvSpPr>
        <p:spPr>
          <a:xfrm>
            <a:off x="3149600" y="4038600"/>
            <a:ext cx="8636000" cy="182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4400"/>
              <a:buFont typeface="Calibri"/>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
          <p:cNvSpPr txBox="1">
            <a:spLocks noGrp="1"/>
          </p:cNvSpPr>
          <p:nvPr>
            <p:ph type="subTitle" idx="1"/>
          </p:nvPr>
        </p:nvSpPr>
        <p:spPr>
          <a:xfrm>
            <a:off x="3149600" y="6050037"/>
            <a:ext cx="8940800" cy="685800"/>
          </a:xfrm>
          <a:prstGeom prst="rect">
            <a:avLst/>
          </a:prstGeom>
          <a:noFill/>
          <a:ln>
            <a:noFill/>
          </a:ln>
        </p:spPr>
        <p:txBody>
          <a:bodyPr spcFirstLastPara="1" wrap="square" lIns="91425" tIns="45700" rIns="91425" bIns="45700" anchor="ctr" anchorCtr="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24" name="Google Shape;24;p2"/>
          <p:cNvSpPr txBox="1">
            <a:spLocks noGrp="1"/>
          </p:cNvSpPr>
          <p:nvPr>
            <p:ph type="dt" idx="10"/>
          </p:nvPr>
        </p:nvSpPr>
        <p:spPr>
          <a:xfrm>
            <a:off x="101600" y="6068699"/>
            <a:ext cx="2743200" cy="685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2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ftr" idx="11"/>
          </p:nvPr>
        </p:nvSpPr>
        <p:spPr>
          <a:xfrm>
            <a:off x="2780524" y="236539"/>
            <a:ext cx="782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
          <p:cNvSpPr txBox="1">
            <a:spLocks noGrp="1"/>
          </p:cNvSpPr>
          <p:nvPr>
            <p:ph type="sldNum" idx="12"/>
          </p:nvPr>
        </p:nvSpPr>
        <p:spPr>
          <a:xfrm>
            <a:off x="10668000" y="228600"/>
            <a:ext cx="11176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chemeClr val="lt2"/>
                </a:solidFill>
                <a:latin typeface="Calibri"/>
                <a:ea typeface="Calibri"/>
                <a:cs typeface="Calibri"/>
                <a:sym typeface="Calibri"/>
              </a:defRPr>
            </a:lvl1pPr>
            <a:lvl2pPr marL="0" lvl="1" indent="0" algn="ctr">
              <a:spcBef>
                <a:spcPts val="0"/>
              </a:spcBef>
              <a:buNone/>
              <a:defRPr sz="1400" b="1" i="0" u="none" strike="noStrike" cap="none">
                <a:solidFill>
                  <a:schemeClr val="lt2"/>
                </a:solidFill>
                <a:latin typeface="Calibri"/>
                <a:ea typeface="Calibri"/>
                <a:cs typeface="Calibri"/>
                <a:sym typeface="Calibri"/>
              </a:defRPr>
            </a:lvl2pPr>
            <a:lvl3pPr marL="0" lvl="2" indent="0" algn="ctr">
              <a:spcBef>
                <a:spcPts val="0"/>
              </a:spcBef>
              <a:buNone/>
              <a:defRPr sz="1400" b="1" i="0" u="none" strike="noStrike" cap="none">
                <a:solidFill>
                  <a:schemeClr val="lt2"/>
                </a:solidFill>
                <a:latin typeface="Calibri"/>
                <a:ea typeface="Calibri"/>
                <a:cs typeface="Calibri"/>
                <a:sym typeface="Calibri"/>
              </a:defRPr>
            </a:lvl3pPr>
            <a:lvl4pPr marL="0" lvl="3" indent="0" algn="ctr">
              <a:spcBef>
                <a:spcPts val="0"/>
              </a:spcBef>
              <a:buNone/>
              <a:defRPr sz="1400" b="1" i="0" u="none" strike="noStrike" cap="none">
                <a:solidFill>
                  <a:schemeClr val="lt2"/>
                </a:solidFill>
                <a:latin typeface="Calibri"/>
                <a:ea typeface="Calibri"/>
                <a:cs typeface="Calibri"/>
                <a:sym typeface="Calibri"/>
              </a:defRPr>
            </a:lvl4pPr>
            <a:lvl5pPr marL="0" lvl="4" indent="0" algn="ctr">
              <a:spcBef>
                <a:spcPts val="0"/>
              </a:spcBef>
              <a:buNone/>
              <a:defRPr sz="1400" b="1" i="0" u="none" strike="noStrike" cap="none">
                <a:solidFill>
                  <a:schemeClr val="lt2"/>
                </a:solidFill>
                <a:latin typeface="Calibri"/>
                <a:ea typeface="Calibri"/>
                <a:cs typeface="Calibri"/>
                <a:sym typeface="Calibri"/>
              </a:defRPr>
            </a:lvl5pPr>
            <a:lvl6pPr marL="0" lvl="5" indent="0" algn="ctr">
              <a:spcBef>
                <a:spcPts val="0"/>
              </a:spcBef>
              <a:buNone/>
              <a:defRPr sz="1400" b="1" i="0" u="none" strike="noStrike" cap="none">
                <a:solidFill>
                  <a:schemeClr val="lt2"/>
                </a:solidFill>
                <a:latin typeface="Calibri"/>
                <a:ea typeface="Calibri"/>
                <a:cs typeface="Calibri"/>
                <a:sym typeface="Calibri"/>
              </a:defRPr>
            </a:lvl6pPr>
            <a:lvl7pPr marL="0" lvl="6" indent="0" algn="ctr">
              <a:spcBef>
                <a:spcPts val="0"/>
              </a:spcBef>
              <a:buNone/>
              <a:defRPr sz="1400" b="1" i="0" u="none" strike="noStrike" cap="none">
                <a:solidFill>
                  <a:schemeClr val="lt2"/>
                </a:solidFill>
                <a:latin typeface="Calibri"/>
                <a:ea typeface="Calibri"/>
                <a:cs typeface="Calibri"/>
                <a:sym typeface="Calibri"/>
              </a:defRPr>
            </a:lvl7pPr>
            <a:lvl8pPr marL="0" lvl="7" indent="0" algn="ctr">
              <a:spcBef>
                <a:spcPts val="0"/>
              </a:spcBef>
              <a:buNone/>
              <a:defRPr sz="1400" b="1" i="0" u="none" strike="noStrike" cap="none">
                <a:solidFill>
                  <a:schemeClr val="lt2"/>
                </a:solidFill>
                <a:latin typeface="Calibri"/>
                <a:ea typeface="Calibri"/>
                <a:cs typeface="Calibri"/>
                <a:sym typeface="Calibri"/>
              </a:defRPr>
            </a:lvl8pPr>
            <a:lvl9pPr marL="0" lvl="8" indent="0" algn="ctr">
              <a:spcBef>
                <a:spcPts val="0"/>
              </a:spcBef>
              <a:buNone/>
              <a:defRPr sz="1400" b="1" i="0" u="none" strike="noStrike" cap="none">
                <a:solidFill>
                  <a:schemeClr val="lt2"/>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816864" y="228600"/>
            <a:ext cx="108712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4"/>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rgbClr val="FFFFFF"/>
                </a:solidFill>
                <a:latin typeface="Calibri"/>
                <a:ea typeface="Calibri"/>
                <a:cs typeface="Calibri"/>
                <a:sym typeface="Calibri"/>
              </a:defRPr>
            </a:lvl1pPr>
            <a:lvl2pPr marL="0" lvl="1" indent="0" algn="ctr">
              <a:spcBef>
                <a:spcPts val="0"/>
              </a:spcBef>
              <a:buNone/>
              <a:defRPr sz="1400" b="1" i="0" u="none" strike="noStrike" cap="none">
                <a:solidFill>
                  <a:srgbClr val="FFFFFF"/>
                </a:solidFill>
                <a:latin typeface="Calibri"/>
                <a:ea typeface="Calibri"/>
                <a:cs typeface="Calibri"/>
                <a:sym typeface="Calibri"/>
              </a:defRPr>
            </a:lvl2pPr>
            <a:lvl3pPr marL="0" lvl="2" indent="0" algn="ctr">
              <a:spcBef>
                <a:spcPts val="0"/>
              </a:spcBef>
              <a:buNone/>
              <a:defRPr sz="1400" b="1" i="0" u="none" strike="noStrike" cap="none">
                <a:solidFill>
                  <a:srgbClr val="FFFFFF"/>
                </a:solidFill>
                <a:latin typeface="Calibri"/>
                <a:ea typeface="Calibri"/>
                <a:cs typeface="Calibri"/>
                <a:sym typeface="Calibri"/>
              </a:defRPr>
            </a:lvl3pPr>
            <a:lvl4pPr marL="0" lvl="3" indent="0" algn="ctr">
              <a:spcBef>
                <a:spcPts val="0"/>
              </a:spcBef>
              <a:buNone/>
              <a:defRPr sz="1400" b="1" i="0" u="none" strike="noStrike" cap="none">
                <a:solidFill>
                  <a:srgbClr val="FFFFFF"/>
                </a:solidFill>
                <a:latin typeface="Calibri"/>
                <a:ea typeface="Calibri"/>
                <a:cs typeface="Calibri"/>
                <a:sym typeface="Calibri"/>
              </a:defRPr>
            </a:lvl4pPr>
            <a:lvl5pPr marL="0" lvl="4" indent="0" algn="ctr">
              <a:spcBef>
                <a:spcPts val="0"/>
              </a:spcBef>
              <a:buNone/>
              <a:defRPr sz="1400" b="1" i="0" u="none" strike="noStrike" cap="none">
                <a:solidFill>
                  <a:srgbClr val="FFFFFF"/>
                </a:solidFill>
                <a:latin typeface="Calibri"/>
                <a:ea typeface="Calibri"/>
                <a:cs typeface="Calibri"/>
                <a:sym typeface="Calibri"/>
              </a:defRPr>
            </a:lvl5pPr>
            <a:lvl6pPr marL="0" lvl="5" indent="0" algn="ctr">
              <a:spcBef>
                <a:spcPts val="0"/>
              </a:spcBef>
              <a:buNone/>
              <a:defRPr sz="1400" b="1" i="0" u="none" strike="noStrike" cap="none">
                <a:solidFill>
                  <a:srgbClr val="FFFFFF"/>
                </a:solidFill>
                <a:latin typeface="Calibri"/>
                <a:ea typeface="Calibri"/>
                <a:cs typeface="Calibri"/>
                <a:sym typeface="Calibri"/>
              </a:defRPr>
            </a:lvl6pPr>
            <a:lvl7pPr marL="0" lvl="6" indent="0" algn="ctr">
              <a:spcBef>
                <a:spcPts val="0"/>
              </a:spcBef>
              <a:buNone/>
              <a:defRPr sz="1400" b="1" i="0" u="none" strike="noStrike" cap="none">
                <a:solidFill>
                  <a:srgbClr val="FFFFFF"/>
                </a:solidFill>
                <a:latin typeface="Calibri"/>
                <a:ea typeface="Calibri"/>
                <a:cs typeface="Calibri"/>
                <a:sym typeface="Calibri"/>
              </a:defRPr>
            </a:lvl7pPr>
            <a:lvl8pPr marL="0" lvl="7" indent="0" algn="ctr">
              <a:spcBef>
                <a:spcPts val="0"/>
              </a:spcBef>
              <a:buNone/>
              <a:defRPr sz="1400" b="1" i="0" u="none" strike="noStrike" cap="none">
                <a:solidFill>
                  <a:srgbClr val="FFFFFF"/>
                </a:solidFill>
                <a:latin typeface="Calibri"/>
                <a:ea typeface="Calibri"/>
                <a:cs typeface="Calibri"/>
                <a:sym typeface="Calibri"/>
              </a:defRPr>
            </a:lvl8pPr>
            <a:lvl9pPr marL="0" lvl="8" indent="0" algn="ctr">
              <a:spcBef>
                <a:spcPts val="0"/>
              </a:spcBef>
              <a:buNone/>
              <a:defRPr sz="1400" b="1"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41" name="Google Shape;41;p4"/>
          <p:cNvSpPr txBox="1">
            <a:spLocks noGrp="1"/>
          </p:cNvSpPr>
          <p:nvPr>
            <p:ph type="body" idx="1"/>
          </p:nvPr>
        </p:nvSpPr>
        <p:spPr>
          <a:xfrm>
            <a:off x="816864" y="1600200"/>
            <a:ext cx="10871200" cy="44958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dk2"/>
        </a:solidFill>
        <a:effectLst/>
      </p:bgPr>
    </p:bg>
    <p:spTree>
      <p:nvGrpSpPr>
        <p:cNvPr id="1" name="Shape 42"/>
        <p:cNvGrpSpPr/>
        <p:nvPr/>
      </p:nvGrpSpPr>
      <p:grpSpPr>
        <a:xfrm>
          <a:off x="0" y="0"/>
          <a:ext cx="0" cy="0"/>
          <a:chOff x="0" y="0"/>
          <a:chExt cx="0" cy="0"/>
        </a:xfrm>
      </p:grpSpPr>
      <p:sp>
        <p:nvSpPr>
          <p:cNvPr id="43" name="Google Shape;43;p5"/>
          <p:cNvSpPr/>
          <p:nvPr/>
        </p:nvSpPr>
        <p:spPr>
          <a:xfrm>
            <a:off x="0" y="5971032"/>
            <a:ext cx="12192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Google Shape;44;p5"/>
          <p:cNvSpPr/>
          <p:nvPr/>
        </p:nvSpPr>
        <p:spPr>
          <a:xfrm>
            <a:off x="-12192" y="6053328"/>
            <a:ext cx="2999232"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5" name="Google Shape;45;p5"/>
          <p:cNvSpPr/>
          <p:nvPr/>
        </p:nvSpPr>
        <p:spPr>
          <a:xfrm>
            <a:off x="3145536" y="6044184"/>
            <a:ext cx="9046464"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6" name="Google Shape;46;p5"/>
          <p:cNvSpPr txBox="1">
            <a:spLocks noGrp="1"/>
          </p:cNvSpPr>
          <p:nvPr>
            <p:ph type="ctrTitle"/>
          </p:nvPr>
        </p:nvSpPr>
        <p:spPr>
          <a:xfrm>
            <a:off x="3149600" y="4038600"/>
            <a:ext cx="8636000" cy="182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4400"/>
              <a:buFont typeface="Calibri"/>
              <a:buNone/>
              <a:defRPr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5"/>
          <p:cNvSpPr txBox="1">
            <a:spLocks noGrp="1"/>
          </p:cNvSpPr>
          <p:nvPr>
            <p:ph type="subTitle" idx="1"/>
          </p:nvPr>
        </p:nvSpPr>
        <p:spPr>
          <a:xfrm>
            <a:off x="3149600" y="6050037"/>
            <a:ext cx="8940800" cy="685800"/>
          </a:xfrm>
          <a:prstGeom prst="rect">
            <a:avLst/>
          </a:prstGeom>
          <a:noFill/>
          <a:ln>
            <a:noFill/>
          </a:ln>
        </p:spPr>
        <p:txBody>
          <a:bodyPr spcFirstLastPara="1" wrap="square" lIns="91425" tIns="45700" rIns="91425" bIns="45700" anchor="ctr" anchorCtr="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a:endParaRPr/>
          </a:p>
        </p:txBody>
      </p:sp>
      <p:sp>
        <p:nvSpPr>
          <p:cNvPr id="48" name="Google Shape;48;p5"/>
          <p:cNvSpPr txBox="1">
            <a:spLocks noGrp="1"/>
          </p:cNvSpPr>
          <p:nvPr>
            <p:ph type="dt" idx="10"/>
          </p:nvPr>
        </p:nvSpPr>
        <p:spPr>
          <a:xfrm>
            <a:off x="101600" y="6068699"/>
            <a:ext cx="2743200" cy="685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20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
          <p:cNvSpPr txBox="1">
            <a:spLocks noGrp="1"/>
          </p:cNvSpPr>
          <p:nvPr>
            <p:ph type="ftr" idx="11"/>
          </p:nvPr>
        </p:nvSpPr>
        <p:spPr>
          <a:xfrm>
            <a:off x="2780524" y="236539"/>
            <a:ext cx="782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
          <p:cNvSpPr txBox="1">
            <a:spLocks noGrp="1"/>
          </p:cNvSpPr>
          <p:nvPr>
            <p:ph type="sldNum" idx="12"/>
          </p:nvPr>
        </p:nvSpPr>
        <p:spPr>
          <a:xfrm>
            <a:off x="10668000" y="228600"/>
            <a:ext cx="11176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i="0" u="none" strike="noStrike" cap="none">
                <a:solidFill>
                  <a:schemeClr val="lt2"/>
                </a:solidFill>
                <a:latin typeface="Calibri"/>
                <a:ea typeface="Calibri"/>
                <a:cs typeface="Calibri"/>
                <a:sym typeface="Calibri"/>
              </a:defRPr>
            </a:lvl1pPr>
            <a:lvl2pPr marL="0" lvl="1" indent="0" algn="ctr">
              <a:spcBef>
                <a:spcPts val="0"/>
              </a:spcBef>
              <a:buNone/>
              <a:defRPr sz="1400" b="1" i="0" u="none" strike="noStrike" cap="none">
                <a:solidFill>
                  <a:schemeClr val="lt2"/>
                </a:solidFill>
                <a:latin typeface="Calibri"/>
                <a:ea typeface="Calibri"/>
                <a:cs typeface="Calibri"/>
                <a:sym typeface="Calibri"/>
              </a:defRPr>
            </a:lvl2pPr>
            <a:lvl3pPr marL="0" lvl="2" indent="0" algn="ctr">
              <a:spcBef>
                <a:spcPts val="0"/>
              </a:spcBef>
              <a:buNone/>
              <a:defRPr sz="1400" b="1" i="0" u="none" strike="noStrike" cap="none">
                <a:solidFill>
                  <a:schemeClr val="lt2"/>
                </a:solidFill>
                <a:latin typeface="Calibri"/>
                <a:ea typeface="Calibri"/>
                <a:cs typeface="Calibri"/>
                <a:sym typeface="Calibri"/>
              </a:defRPr>
            </a:lvl3pPr>
            <a:lvl4pPr marL="0" lvl="3" indent="0" algn="ctr">
              <a:spcBef>
                <a:spcPts val="0"/>
              </a:spcBef>
              <a:buNone/>
              <a:defRPr sz="1400" b="1" i="0" u="none" strike="noStrike" cap="none">
                <a:solidFill>
                  <a:schemeClr val="lt2"/>
                </a:solidFill>
                <a:latin typeface="Calibri"/>
                <a:ea typeface="Calibri"/>
                <a:cs typeface="Calibri"/>
                <a:sym typeface="Calibri"/>
              </a:defRPr>
            </a:lvl4pPr>
            <a:lvl5pPr marL="0" lvl="4" indent="0" algn="ctr">
              <a:spcBef>
                <a:spcPts val="0"/>
              </a:spcBef>
              <a:buNone/>
              <a:defRPr sz="1400" b="1" i="0" u="none" strike="noStrike" cap="none">
                <a:solidFill>
                  <a:schemeClr val="lt2"/>
                </a:solidFill>
                <a:latin typeface="Calibri"/>
                <a:ea typeface="Calibri"/>
                <a:cs typeface="Calibri"/>
                <a:sym typeface="Calibri"/>
              </a:defRPr>
            </a:lvl5pPr>
            <a:lvl6pPr marL="0" lvl="5" indent="0" algn="ctr">
              <a:spcBef>
                <a:spcPts val="0"/>
              </a:spcBef>
              <a:buNone/>
              <a:defRPr sz="1400" b="1" i="0" u="none" strike="noStrike" cap="none">
                <a:solidFill>
                  <a:schemeClr val="lt2"/>
                </a:solidFill>
                <a:latin typeface="Calibri"/>
                <a:ea typeface="Calibri"/>
                <a:cs typeface="Calibri"/>
                <a:sym typeface="Calibri"/>
              </a:defRPr>
            </a:lvl6pPr>
            <a:lvl7pPr marL="0" lvl="6" indent="0" algn="ctr">
              <a:spcBef>
                <a:spcPts val="0"/>
              </a:spcBef>
              <a:buNone/>
              <a:defRPr sz="1400" b="1" i="0" u="none" strike="noStrike" cap="none">
                <a:solidFill>
                  <a:schemeClr val="lt2"/>
                </a:solidFill>
                <a:latin typeface="Calibri"/>
                <a:ea typeface="Calibri"/>
                <a:cs typeface="Calibri"/>
                <a:sym typeface="Calibri"/>
              </a:defRPr>
            </a:lvl7pPr>
            <a:lvl8pPr marL="0" lvl="7" indent="0" algn="ctr">
              <a:spcBef>
                <a:spcPts val="0"/>
              </a:spcBef>
              <a:buNone/>
              <a:defRPr sz="1400" b="1" i="0" u="none" strike="noStrike" cap="none">
                <a:solidFill>
                  <a:schemeClr val="lt2"/>
                </a:solidFill>
                <a:latin typeface="Calibri"/>
                <a:ea typeface="Calibri"/>
                <a:cs typeface="Calibri"/>
                <a:sym typeface="Calibri"/>
              </a:defRPr>
            </a:lvl8pPr>
            <a:lvl9pPr marL="0" lvl="8" indent="0" algn="ctr">
              <a:spcBef>
                <a:spcPts val="0"/>
              </a:spcBef>
              <a:buNone/>
              <a:defRPr sz="1400" b="1" i="0" u="none" strike="noStrike" cap="none">
                <a:solidFill>
                  <a:schemeClr val="lt2"/>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100000" sy="100000" flip="none" algn="tl"/>
        </a:blipFill>
        <a:effectLst/>
      </p:bgPr>
    </p:bg>
    <p:spTree>
      <p:nvGrpSpPr>
        <p:cNvPr id="1" name="Shape 51"/>
        <p:cNvGrpSpPr/>
        <p:nvPr/>
      </p:nvGrpSpPr>
      <p:grpSpPr>
        <a:xfrm>
          <a:off x="0" y="0"/>
          <a:ext cx="0" cy="0"/>
          <a:chOff x="0" y="0"/>
          <a:chExt cx="0" cy="0"/>
        </a:xfrm>
      </p:grpSpPr>
      <p:sp>
        <p:nvSpPr>
          <p:cNvPr id="52" name="Google Shape;52;p6"/>
          <p:cNvSpPr txBox="1">
            <a:spLocks noGrp="1"/>
          </p:cNvSpPr>
          <p:nvPr>
            <p:ph type="body" idx="1"/>
          </p:nvPr>
        </p:nvSpPr>
        <p:spPr>
          <a:xfrm>
            <a:off x="1828801" y="2743200"/>
            <a:ext cx="9497484" cy="1673225"/>
          </a:xfrm>
          <a:prstGeom prst="rect">
            <a:avLst/>
          </a:prstGeom>
          <a:noFill/>
          <a:ln>
            <a:noFill/>
          </a:ln>
        </p:spPr>
        <p:txBody>
          <a:bodyPr spcFirstLastPara="1" wrap="square" lIns="91425" tIns="45700" rIns="91425" bIns="45700" anchor="t" anchorCtr="0">
            <a:normAutofit/>
          </a:bodyPr>
          <a:lstStyle>
            <a:lvl1pPr marL="457200" lvl="0" indent="-228600" algn="l">
              <a:spcBef>
                <a:spcPts val="700"/>
              </a:spcBef>
              <a:spcAft>
                <a:spcPts val="0"/>
              </a:spcAft>
              <a:buSzPts val="1680"/>
              <a:buNone/>
              <a:defRPr sz="2800">
                <a:solidFill>
                  <a:schemeClr val="dk2"/>
                </a:solidFill>
              </a:defRPr>
            </a:lvl1pPr>
            <a:lvl2pPr marL="914400" lvl="1" indent="-228600" algn="l">
              <a:spcBef>
                <a:spcPts val="550"/>
              </a:spcBef>
              <a:spcAft>
                <a:spcPts val="0"/>
              </a:spcAft>
              <a:buSzPts val="1260"/>
              <a:buNone/>
              <a:defRPr sz="1800">
                <a:solidFill>
                  <a:srgbClr val="888888"/>
                </a:solidFill>
              </a:defRPr>
            </a:lvl2pPr>
            <a:lvl3pPr marL="1371600" lvl="2" indent="-228600" algn="l">
              <a:spcBef>
                <a:spcPts val="500"/>
              </a:spcBef>
              <a:spcAft>
                <a:spcPts val="0"/>
              </a:spcAft>
              <a:buSzPts val="1200"/>
              <a:buNone/>
              <a:defRPr sz="1600">
                <a:solidFill>
                  <a:srgbClr val="888888"/>
                </a:solidFill>
              </a:defRPr>
            </a:lvl3pPr>
            <a:lvl4pPr marL="1828800" lvl="3" indent="-228600" algn="l">
              <a:spcBef>
                <a:spcPts val="400"/>
              </a:spcBef>
              <a:spcAft>
                <a:spcPts val="0"/>
              </a:spcAft>
              <a:buSzPts val="1050"/>
              <a:buNone/>
              <a:defRPr sz="1400">
                <a:solidFill>
                  <a:srgbClr val="888888"/>
                </a:solidFill>
              </a:defRPr>
            </a:lvl4pPr>
            <a:lvl5pPr marL="2286000" lvl="4" indent="-228600" algn="l">
              <a:spcBef>
                <a:spcPts val="400"/>
              </a:spcBef>
              <a:spcAft>
                <a:spcPts val="0"/>
              </a:spcAft>
              <a:buSzPts val="910"/>
              <a:buNone/>
              <a:defRPr sz="1400">
                <a:solidFill>
                  <a:srgbClr val="888888"/>
                </a:solidFill>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53" name="Google Shape;53;p6"/>
          <p:cNvSpPr/>
          <p:nvPr/>
        </p:nvSpPr>
        <p:spPr>
          <a:xfrm>
            <a:off x="0" y="1524000"/>
            <a:ext cx="12192000" cy="1143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 name="Google Shape;54;p6"/>
          <p:cNvSpPr/>
          <p:nvPr/>
        </p:nvSpPr>
        <p:spPr>
          <a:xfrm>
            <a:off x="0" y="1600200"/>
            <a:ext cx="1727200" cy="990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 name="Google Shape;55;p6"/>
          <p:cNvSpPr/>
          <p:nvPr/>
        </p:nvSpPr>
        <p:spPr>
          <a:xfrm>
            <a:off x="1828800" y="1600200"/>
            <a:ext cx="10363200" cy="990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6"/>
          <p:cNvSpPr txBox="1">
            <a:spLocks noGrp="1"/>
          </p:cNvSpPr>
          <p:nvPr>
            <p:ph type="title"/>
          </p:nvPr>
        </p:nvSpPr>
        <p:spPr>
          <a:xfrm>
            <a:off x="1828800" y="1600200"/>
            <a:ext cx="101600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FFFF"/>
              </a:buClr>
              <a:buSzPts val="4400"/>
              <a:buFont typeface="Calibri"/>
              <a:buNone/>
              <a:defRPr sz="4400" b="0" cap="none">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6"/>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
          <p:cNvSpPr txBox="1">
            <a:spLocks noGrp="1"/>
          </p:cNvSpPr>
          <p:nvPr>
            <p:ph type="sldNum" idx="12"/>
          </p:nvPr>
        </p:nvSpPr>
        <p:spPr>
          <a:xfrm>
            <a:off x="0" y="1752600"/>
            <a:ext cx="1727200" cy="701676"/>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2400" b="1">
                <a:solidFill>
                  <a:srgbClr val="FFFFFF"/>
                </a:solidFill>
                <a:latin typeface="Calibri"/>
                <a:ea typeface="Calibri"/>
                <a:cs typeface="Calibri"/>
                <a:sym typeface="Calibri"/>
              </a:defRPr>
            </a:lvl1pPr>
            <a:lvl2pPr marL="0" lvl="1" indent="0" algn="ctr">
              <a:spcBef>
                <a:spcPts val="0"/>
              </a:spcBef>
              <a:buNone/>
              <a:defRPr sz="2400" b="1">
                <a:solidFill>
                  <a:srgbClr val="FFFFFF"/>
                </a:solidFill>
                <a:latin typeface="Calibri"/>
                <a:ea typeface="Calibri"/>
                <a:cs typeface="Calibri"/>
                <a:sym typeface="Calibri"/>
              </a:defRPr>
            </a:lvl2pPr>
            <a:lvl3pPr marL="0" lvl="2" indent="0" algn="ctr">
              <a:spcBef>
                <a:spcPts val="0"/>
              </a:spcBef>
              <a:buNone/>
              <a:defRPr sz="2400" b="1">
                <a:solidFill>
                  <a:srgbClr val="FFFFFF"/>
                </a:solidFill>
                <a:latin typeface="Calibri"/>
                <a:ea typeface="Calibri"/>
                <a:cs typeface="Calibri"/>
                <a:sym typeface="Calibri"/>
              </a:defRPr>
            </a:lvl3pPr>
            <a:lvl4pPr marL="0" lvl="3" indent="0" algn="ctr">
              <a:spcBef>
                <a:spcPts val="0"/>
              </a:spcBef>
              <a:buNone/>
              <a:defRPr sz="2400" b="1">
                <a:solidFill>
                  <a:srgbClr val="FFFFFF"/>
                </a:solidFill>
                <a:latin typeface="Calibri"/>
                <a:ea typeface="Calibri"/>
                <a:cs typeface="Calibri"/>
                <a:sym typeface="Calibri"/>
              </a:defRPr>
            </a:lvl4pPr>
            <a:lvl5pPr marL="0" lvl="4" indent="0" algn="ctr">
              <a:spcBef>
                <a:spcPts val="0"/>
              </a:spcBef>
              <a:buNone/>
              <a:defRPr sz="2400" b="1">
                <a:solidFill>
                  <a:srgbClr val="FFFFFF"/>
                </a:solidFill>
                <a:latin typeface="Calibri"/>
                <a:ea typeface="Calibri"/>
                <a:cs typeface="Calibri"/>
                <a:sym typeface="Calibri"/>
              </a:defRPr>
            </a:lvl5pPr>
            <a:lvl6pPr marL="0" lvl="5" indent="0" algn="ctr">
              <a:spcBef>
                <a:spcPts val="0"/>
              </a:spcBef>
              <a:buNone/>
              <a:defRPr sz="2400" b="1">
                <a:solidFill>
                  <a:srgbClr val="FFFFFF"/>
                </a:solidFill>
                <a:latin typeface="Calibri"/>
                <a:ea typeface="Calibri"/>
                <a:cs typeface="Calibri"/>
                <a:sym typeface="Calibri"/>
              </a:defRPr>
            </a:lvl6pPr>
            <a:lvl7pPr marL="0" lvl="6" indent="0" algn="ctr">
              <a:spcBef>
                <a:spcPts val="0"/>
              </a:spcBef>
              <a:buNone/>
              <a:defRPr sz="2400" b="1">
                <a:solidFill>
                  <a:srgbClr val="FFFFFF"/>
                </a:solidFill>
                <a:latin typeface="Calibri"/>
                <a:ea typeface="Calibri"/>
                <a:cs typeface="Calibri"/>
                <a:sym typeface="Calibri"/>
              </a:defRPr>
            </a:lvl7pPr>
            <a:lvl8pPr marL="0" lvl="7" indent="0" algn="ctr">
              <a:spcBef>
                <a:spcPts val="0"/>
              </a:spcBef>
              <a:buNone/>
              <a:defRPr sz="2400" b="1">
                <a:solidFill>
                  <a:srgbClr val="FFFFFF"/>
                </a:solidFill>
                <a:latin typeface="Calibri"/>
                <a:ea typeface="Calibri"/>
                <a:cs typeface="Calibri"/>
                <a:sym typeface="Calibri"/>
              </a:defRPr>
            </a:lvl8pPr>
            <a:lvl9pPr marL="0" lvl="8" indent="0" algn="ctr">
              <a:spcBef>
                <a:spcPts val="0"/>
              </a:spcBef>
              <a:buNone/>
              <a:defRPr sz="2400" b="1">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59" name="Google Shape;59;p6"/>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0"/>
        <p:cNvGrpSpPr/>
        <p:nvPr/>
      </p:nvGrpSpPr>
      <p:grpSpPr>
        <a:xfrm>
          <a:off x="0" y="0"/>
          <a:ext cx="0" cy="0"/>
          <a:chOff x="0" y="0"/>
          <a:chExt cx="0" cy="0"/>
        </a:xfrm>
      </p:grpSpPr>
      <p:sp>
        <p:nvSpPr>
          <p:cNvPr id="61" name="Google Shape;61;p7"/>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
          <p:cNvSpPr txBox="1">
            <a:spLocks noGrp="1"/>
          </p:cNvSpPr>
          <p:nvPr>
            <p:ph type="body" idx="1"/>
          </p:nvPr>
        </p:nvSpPr>
        <p:spPr>
          <a:xfrm>
            <a:off x="812800" y="1589567"/>
            <a:ext cx="5181600" cy="45720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3" name="Google Shape;63;p7"/>
          <p:cNvSpPr txBox="1">
            <a:spLocks noGrp="1"/>
          </p:cNvSpPr>
          <p:nvPr>
            <p:ph type="body" idx="2"/>
          </p:nvPr>
        </p:nvSpPr>
        <p:spPr>
          <a:xfrm>
            <a:off x="6459868" y="1589567"/>
            <a:ext cx="5181600" cy="45720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4" name="Google Shape;64;p7"/>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7"/>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7"/>
        <p:cNvGrpSpPr/>
        <p:nvPr/>
      </p:nvGrpSpPr>
      <p:grpSpPr>
        <a:xfrm>
          <a:off x="0" y="0"/>
          <a:ext cx="0" cy="0"/>
          <a:chOff x="0" y="0"/>
          <a:chExt cx="0" cy="0"/>
        </a:xfrm>
      </p:grpSpPr>
      <p:sp>
        <p:nvSpPr>
          <p:cNvPr id="68" name="Google Shape;68;p8"/>
          <p:cNvSpPr txBox="1">
            <a:spLocks noGrp="1"/>
          </p:cNvSpPr>
          <p:nvPr>
            <p:ph type="title"/>
          </p:nvPr>
        </p:nvSpPr>
        <p:spPr>
          <a:xfrm>
            <a:off x="711200" y="273050"/>
            <a:ext cx="10871200" cy="869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8"/>
          <p:cNvSpPr txBox="1">
            <a:spLocks noGrp="1"/>
          </p:cNvSpPr>
          <p:nvPr>
            <p:ph type="body" idx="1"/>
          </p:nvPr>
        </p:nvSpPr>
        <p:spPr>
          <a:xfrm>
            <a:off x="812800" y="2438400"/>
            <a:ext cx="5181600" cy="35814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0" name="Google Shape;70;p8"/>
          <p:cNvSpPr txBox="1">
            <a:spLocks noGrp="1"/>
          </p:cNvSpPr>
          <p:nvPr>
            <p:ph type="body" idx="2"/>
          </p:nvPr>
        </p:nvSpPr>
        <p:spPr>
          <a:xfrm>
            <a:off x="6400800" y="2438400"/>
            <a:ext cx="5181600" cy="35814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8"/>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8"/>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8"/>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8"/>
          <p:cNvSpPr txBox="1">
            <a:spLocks noGrp="1"/>
          </p:cNvSpPr>
          <p:nvPr>
            <p:ph type="body" idx="3"/>
          </p:nvPr>
        </p:nvSpPr>
        <p:spPr>
          <a:xfrm>
            <a:off x="812800" y="1752600"/>
            <a:ext cx="5181600" cy="640080"/>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l">
              <a:spcBef>
                <a:spcPts val="700"/>
              </a:spcBef>
              <a:spcAft>
                <a:spcPts val="0"/>
              </a:spcAft>
              <a:buSzPts val="1200"/>
              <a:buFont typeface="Calibri"/>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5" name="Google Shape;75;p8"/>
          <p:cNvSpPr txBox="1">
            <a:spLocks noGrp="1"/>
          </p:cNvSpPr>
          <p:nvPr>
            <p:ph type="body" idx="4"/>
          </p:nvPr>
        </p:nvSpPr>
        <p:spPr>
          <a:xfrm>
            <a:off x="6400800" y="1752600"/>
            <a:ext cx="5181600" cy="640080"/>
          </a:xfrm>
          <a:prstGeom prst="rect">
            <a:avLst/>
          </a:prstGeom>
          <a:solidFill>
            <a:schemeClr val="accent4"/>
          </a:solidFill>
          <a:ln>
            <a:noFill/>
          </a:ln>
        </p:spPr>
        <p:txBody>
          <a:bodyPr spcFirstLastPara="1" wrap="square" lIns="91425" tIns="45700" rIns="91425" bIns="45700" anchor="ctr" anchorCtr="0">
            <a:normAutofit/>
          </a:bodyPr>
          <a:lstStyle>
            <a:lvl1pPr marL="457200" lvl="0" indent="-228600" algn="l">
              <a:spcBef>
                <a:spcPts val="700"/>
              </a:spcBef>
              <a:spcAft>
                <a:spcPts val="0"/>
              </a:spcAft>
              <a:buSzPts val="1200"/>
              <a:buFont typeface="Calibri"/>
              <a:buNone/>
              <a:defRPr sz="2000" b="1">
                <a:solidFill>
                  <a:srgbClr val="FFFFFF"/>
                </a:solidFill>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9"/>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9"/>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9"/>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a:solidFill>
                  <a:srgbClr val="FFFFFF"/>
                </a:solidFill>
                <a:latin typeface="Calibri"/>
                <a:ea typeface="Calibri"/>
                <a:cs typeface="Calibri"/>
                <a:sym typeface="Calibri"/>
              </a:defRPr>
            </a:lvl1pPr>
            <a:lvl2pPr marL="0" lvl="1" indent="0" algn="ctr">
              <a:spcBef>
                <a:spcPts val="0"/>
              </a:spcBef>
              <a:buNone/>
              <a:defRPr sz="1400" b="1">
                <a:solidFill>
                  <a:srgbClr val="FFFFFF"/>
                </a:solidFill>
                <a:latin typeface="Calibri"/>
                <a:ea typeface="Calibri"/>
                <a:cs typeface="Calibri"/>
                <a:sym typeface="Calibri"/>
              </a:defRPr>
            </a:lvl2pPr>
            <a:lvl3pPr marL="0" lvl="2" indent="0" algn="ctr">
              <a:spcBef>
                <a:spcPts val="0"/>
              </a:spcBef>
              <a:buNone/>
              <a:defRPr sz="1400" b="1">
                <a:solidFill>
                  <a:srgbClr val="FFFFFF"/>
                </a:solidFill>
                <a:latin typeface="Calibri"/>
                <a:ea typeface="Calibri"/>
                <a:cs typeface="Calibri"/>
                <a:sym typeface="Calibri"/>
              </a:defRPr>
            </a:lvl3pPr>
            <a:lvl4pPr marL="0" lvl="3" indent="0" algn="ctr">
              <a:spcBef>
                <a:spcPts val="0"/>
              </a:spcBef>
              <a:buNone/>
              <a:defRPr sz="1400" b="1">
                <a:solidFill>
                  <a:srgbClr val="FFFFFF"/>
                </a:solidFill>
                <a:latin typeface="Calibri"/>
                <a:ea typeface="Calibri"/>
                <a:cs typeface="Calibri"/>
                <a:sym typeface="Calibri"/>
              </a:defRPr>
            </a:lvl4pPr>
            <a:lvl5pPr marL="0" lvl="4" indent="0" algn="ctr">
              <a:spcBef>
                <a:spcPts val="0"/>
              </a:spcBef>
              <a:buNone/>
              <a:defRPr sz="1400" b="1">
                <a:solidFill>
                  <a:srgbClr val="FFFFFF"/>
                </a:solidFill>
                <a:latin typeface="Calibri"/>
                <a:ea typeface="Calibri"/>
                <a:cs typeface="Calibri"/>
                <a:sym typeface="Calibri"/>
              </a:defRPr>
            </a:lvl5pPr>
            <a:lvl6pPr marL="0" lvl="5" indent="0" algn="ctr">
              <a:spcBef>
                <a:spcPts val="0"/>
              </a:spcBef>
              <a:buNone/>
              <a:defRPr sz="1400" b="1">
                <a:solidFill>
                  <a:srgbClr val="FFFFFF"/>
                </a:solidFill>
                <a:latin typeface="Calibri"/>
                <a:ea typeface="Calibri"/>
                <a:cs typeface="Calibri"/>
                <a:sym typeface="Calibri"/>
              </a:defRPr>
            </a:lvl6pPr>
            <a:lvl7pPr marL="0" lvl="6" indent="0" algn="ctr">
              <a:spcBef>
                <a:spcPts val="0"/>
              </a:spcBef>
              <a:buNone/>
              <a:defRPr sz="1400" b="1">
                <a:solidFill>
                  <a:srgbClr val="FFFFFF"/>
                </a:solidFill>
                <a:latin typeface="Calibri"/>
                <a:ea typeface="Calibri"/>
                <a:cs typeface="Calibri"/>
                <a:sym typeface="Calibri"/>
              </a:defRPr>
            </a:lvl7pPr>
            <a:lvl8pPr marL="0" lvl="7" indent="0" algn="ctr">
              <a:spcBef>
                <a:spcPts val="0"/>
              </a:spcBef>
              <a:buNone/>
              <a:defRPr sz="1400" b="1">
                <a:solidFill>
                  <a:srgbClr val="FFFFFF"/>
                </a:solidFill>
                <a:latin typeface="Calibri"/>
                <a:ea typeface="Calibri"/>
                <a:cs typeface="Calibri"/>
                <a:sym typeface="Calibri"/>
              </a:defRPr>
            </a:lvl8pPr>
            <a:lvl9pPr marL="0" lvl="8" indent="0" algn="ctr">
              <a:spcBef>
                <a:spcPts val="0"/>
              </a:spcBef>
              <a:buNone/>
              <a:defRPr sz="1400" b="1">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81"/>
        <p:cNvGrpSpPr/>
        <p:nvPr/>
      </p:nvGrpSpPr>
      <p:grpSpPr>
        <a:xfrm>
          <a:off x="0" y="0"/>
          <a:ext cx="0" cy="0"/>
          <a:chOff x="0" y="0"/>
          <a:chExt cx="0" cy="0"/>
        </a:xfrm>
      </p:grpSpPr>
      <p:sp>
        <p:nvSpPr>
          <p:cNvPr id="82" name="Google Shape;82;p10"/>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0"/>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0"/>
          <p:cNvSpPr txBox="1">
            <a:spLocks noGrp="1"/>
          </p:cNvSpPr>
          <p:nvPr>
            <p:ph type="sldNum" idx="12"/>
          </p:nvPr>
        </p:nvSpPr>
        <p:spPr>
          <a:xfrm>
            <a:off x="0" y="6248400"/>
            <a:ext cx="711200" cy="381000"/>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a:solidFill>
                  <a:schemeClr val="dk2"/>
                </a:solidFill>
                <a:latin typeface="Calibri"/>
                <a:ea typeface="Calibri"/>
                <a:cs typeface="Calibri"/>
                <a:sym typeface="Calibri"/>
              </a:defRPr>
            </a:lvl1pPr>
            <a:lvl2pPr marL="0" lvl="1" indent="0" algn="ctr">
              <a:spcBef>
                <a:spcPts val="0"/>
              </a:spcBef>
              <a:buNone/>
              <a:defRPr sz="1400" b="1">
                <a:solidFill>
                  <a:schemeClr val="dk2"/>
                </a:solidFill>
                <a:latin typeface="Calibri"/>
                <a:ea typeface="Calibri"/>
                <a:cs typeface="Calibri"/>
                <a:sym typeface="Calibri"/>
              </a:defRPr>
            </a:lvl2pPr>
            <a:lvl3pPr marL="0" lvl="2" indent="0" algn="ctr">
              <a:spcBef>
                <a:spcPts val="0"/>
              </a:spcBef>
              <a:buNone/>
              <a:defRPr sz="1400" b="1">
                <a:solidFill>
                  <a:schemeClr val="dk2"/>
                </a:solidFill>
                <a:latin typeface="Calibri"/>
                <a:ea typeface="Calibri"/>
                <a:cs typeface="Calibri"/>
                <a:sym typeface="Calibri"/>
              </a:defRPr>
            </a:lvl3pPr>
            <a:lvl4pPr marL="0" lvl="3" indent="0" algn="ctr">
              <a:spcBef>
                <a:spcPts val="0"/>
              </a:spcBef>
              <a:buNone/>
              <a:defRPr sz="1400" b="1">
                <a:solidFill>
                  <a:schemeClr val="dk2"/>
                </a:solidFill>
                <a:latin typeface="Calibri"/>
                <a:ea typeface="Calibri"/>
                <a:cs typeface="Calibri"/>
                <a:sym typeface="Calibri"/>
              </a:defRPr>
            </a:lvl4pPr>
            <a:lvl5pPr marL="0" lvl="4" indent="0" algn="ctr">
              <a:spcBef>
                <a:spcPts val="0"/>
              </a:spcBef>
              <a:buNone/>
              <a:defRPr sz="1400" b="1">
                <a:solidFill>
                  <a:schemeClr val="dk2"/>
                </a:solidFill>
                <a:latin typeface="Calibri"/>
                <a:ea typeface="Calibri"/>
                <a:cs typeface="Calibri"/>
                <a:sym typeface="Calibri"/>
              </a:defRPr>
            </a:lvl5pPr>
            <a:lvl6pPr marL="0" lvl="5" indent="0" algn="ctr">
              <a:spcBef>
                <a:spcPts val="0"/>
              </a:spcBef>
              <a:buNone/>
              <a:defRPr sz="1400" b="1">
                <a:solidFill>
                  <a:schemeClr val="dk2"/>
                </a:solidFill>
                <a:latin typeface="Calibri"/>
                <a:ea typeface="Calibri"/>
                <a:cs typeface="Calibri"/>
                <a:sym typeface="Calibri"/>
              </a:defRPr>
            </a:lvl6pPr>
            <a:lvl7pPr marL="0" lvl="6" indent="0" algn="ctr">
              <a:spcBef>
                <a:spcPts val="0"/>
              </a:spcBef>
              <a:buNone/>
              <a:defRPr sz="1400" b="1">
                <a:solidFill>
                  <a:schemeClr val="dk2"/>
                </a:solidFill>
                <a:latin typeface="Calibri"/>
                <a:ea typeface="Calibri"/>
                <a:cs typeface="Calibri"/>
                <a:sym typeface="Calibri"/>
              </a:defRPr>
            </a:lvl7pPr>
            <a:lvl8pPr marL="0" lvl="7" indent="0" algn="ctr">
              <a:spcBef>
                <a:spcPts val="0"/>
              </a:spcBef>
              <a:buNone/>
              <a:defRPr sz="1400" b="1">
                <a:solidFill>
                  <a:schemeClr val="dk2"/>
                </a:solidFill>
                <a:latin typeface="Calibri"/>
                <a:ea typeface="Calibri"/>
                <a:cs typeface="Calibri"/>
                <a:sym typeface="Calibri"/>
              </a:defRPr>
            </a:lvl8pPr>
            <a:lvl9pPr marL="0" lvl="8" indent="0" algn="ctr">
              <a:spcBef>
                <a:spcPts val="0"/>
              </a:spcBef>
              <a:buNone/>
              <a:defRPr sz="1400" b="1">
                <a:solidFill>
                  <a:schemeClr val="dk2"/>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5"/>
        <p:cNvGrpSpPr/>
        <p:nvPr/>
      </p:nvGrpSpPr>
      <p:grpSpPr>
        <a:xfrm>
          <a:off x="0" y="0"/>
          <a:ext cx="0" cy="0"/>
          <a:chOff x="0" y="0"/>
          <a:chExt cx="0" cy="0"/>
        </a:xfrm>
      </p:grpSpPr>
      <p:sp>
        <p:nvSpPr>
          <p:cNvPr id="86" name="Google Shape;86;p11"/>
          <p:cNvSpPr txBox="1">
            <a:spLocks noGrp="1"/>
          </p:cNvSpPr>
          <p:nvPr>
            <p:ph type="title"/>
          </p:nvPr>
        </p:nvSpPr>
        <p:spPr>
          <a:xfrm>
            <a:off x="812800" y="273050"/>
            <a:ext cx="10769600" cy="8699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4400"/>
              <a:buFont typeface="Calibri"/>
              <a:buNone/>
              <a:defRPr sz="44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1"/>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1400" b="1">
                <a:solidFill>
                  <a:srgbClr val="FFFFFF"/>
                </a:solidFill>
                <a:latin typeface="Calibri"/>
                <a:ea typeface="Calibri"/>
                <a:cs typeface="Calibri"/>
                <a:sym typeface="Calibri"/>
              </a:defRPr>
            </a:lvl1pPr>
            <a:lvl2pPr marL="0" lvl="1" indent="0" algn="ctr">
              <a:spcBef>
                <a:spcPts val="0"/>
              </a:spcBef>
              <a:buNone/>
              <a:defRPr sz="1400" b="1">
                <a:solidFill>
                  <a:srgbClr val="FFFFFF"/>
                </a:solidFill>
                <a:latin typeface="Calibri"/>
                <a:ea typeface="Calibri"/>
                <a:cs typeface="Calibri"/>
                <a:sym typeface="Calibri"/>
              </a:defRPr>
            </a:lvl2pPr>
            <a:lvl3pPr marL="0" lvl="2" indent="0" algn="ctr">
              <a:spcBef>
                <a:spcPts val="0"/>
              </a:spcBef>
              <a:buNone/>
              <a:defRPr sz="1400" b="1">
                <a:solidFill>
                  <a:srgbClr val="FFFFFF"/>
                </a:solidFill>
                <a:latin typeface="Calibri"/>
                <a:ea typeface="Calibri"/>
                <a:cs typeface="Calibri"/>
                <a:sym typeface="Calibri"/>
              </a:defRPr>
            </a:lvl3pPr>
            <a:lvl4pPr marL="0" lvl="3" indent="0" algn="ctr">
              <a:spcBef>
                <a:spcPts val="0"/>
              </a:spcBef>
              <a:buNone/>
              <a:defRPr sz="1400" b="1">
                <a:solidFill>
                  <a:srgbClr val="FFFFFF"/>
                </a:solidFill>
                <a:latin typeface="Calibri"/>
                <a:ea typeface="Calibri"/>
                <a:cs typeface="Calibri"/>
                <a:sym typeface="Calibri"/>
              </a:defRPr>
            </a:lvl4pPr>
            <a:lvl5pPr marL="0" lvl="4" indent="0" algn="ctr">
              <a:spcBef>
                <a:spcPts val="0"/>
              </a:spcBef>
              <a:buNone/>
              <a:defRPr sz="1400" b="1">
                <a:solidFill>
                  <a:srgbClr val="FFFFFF"/>
                </a:solidFill>
                <a:latin typeface="Calibri"/>
                <a:ea typeface="Calibri"/>
                <a:cs typeface="Calibri"/>
                <a:sym typeface="Calibri"/>
              </a:defRPr>
            </a:lvl5pPr>
            <a:lvl6pPr marL="0" lvl="5" indent="0" algn="ctr">
              <a:spcBef>
                <a:spcPts val="0"/>
              </a:spcBef>
              <a:buNone/>
              <a:defRPr sz="1400" b="1">
                <a:solidFill>
                  <a:srgbClr val="FFFFFF"/>
                </a:solidFill>
                <a:latin typeface="Calibri"/>
                <a:ea typeface="Calibri"/>
                <a:cs typeface="Calibri"/>
                <a:sym typeface="Calibri"/>
              </a:defRPr>
            </a:lvl6pPr>
            <a:lvl7pPr marL="0" lvl="6" indent="0" algn="ctr">
              <a:spcBef>
                <a:spcPts val="0"/>
              </a:spcBef>
              <a:buNone/>
              <a:defRPr sz="1400" b="1">
                <a:solidFill>
                  <a:srgbClr val="FFFFFF"/>
                </a:solidFill>
                <a:latin typeface="Calibri"/>
                <a:ea typeface="Calibri"/>
                <a:cs typeface="Calibri"/>
                <a:sym typeface="Calibri"/>
              </a:defRPr>
            </a:lvl7pPr>
            <a:lvl8pPr marL="0" lvl="7" indent="0" algn="ctr">
              <a:spcBef>
                <a:spcPts val="0"/>
              </a:spcBef>
              <a:buNone/>
              <a:defRPr sz="1400" b="1">
                <a:solidFill>
                  <a:srgbClr val="FFFFFF"/>
                </a:solidFill>
                <a:latin typeface="Calibri"/>
                <a:ea typeface="Calibri"/>
                <a:cs typeface="Calibri"/>
                <a:sym typeface="Calibri"/>
              </a:defRPr>
            </a:lvl8pPr>
            <a:lvl9pPr marL="0" lvl="8" indent="0" algn="ctr">
              <a:spcBef>
                <a:spcPts val="0"/>
              </a:spcBef>
              <a:buNone/>
              <a:defRPr sz="1400" b="1">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90" name="Google Shape;90;p11"/>
          <p:cNvSpPr txBox="1">
            <a:spLocks noGrp="1"/>
          </p:cNvSpPr>
          <p:nvPr>
            <p:ph type="body" idx="1"/>
          </p:nvPr>
        </p:nvSpPr>
        <p:spPr>
          <a:xfrm>
            <a:off x="812800" y="1752600"/>
            <a:ext cx="2133600" cy="4343400"/>
          </a:xfrm>
          <a:prstGeom prst="rect">
            <a:avLst/>
          </a:prstGeom>
          <a:solidFill>
            <a:schemeClr val="accent2"/>
          </a:solidFill>
          <a:ln w="50800" cap="sq" cmpd="dbl">
            <a:solidFill>
              <a:schemeClr val="accent2"/>
            </a:solidFill>
            <a:prstDash val="solid"/>
            <a:miter lim="800000"/>
            <a:headEnd type="none" w="sm" len="sm"/>
            <a:tailEnd type="none" w="sm" len="sm"/>
          </a:ln>
        </p:spPr>
        <p:txBody>
          <a:bodyPr spcFirstLastPara="1" wrap="square" lIns="137150" tIns="182875" rIns="137150" bIns="91425" anchor="t" anchorCtr="0">
            <a:normAutofit/>
          </a:bodyPr>
          <a:lstStyle>
            <a:lvl1pPr marL="457200" lvl="0" indent="-228600" algn="l">
              <a:spcBef>
                <a:spcPts val="700"/>
              </a:spcBef>
              <a:spcAft>
                <a:spcPts val="0"/>
              </a:spcAft>
              <a:buSzPts val="1080"/>
              <a:buNone/>
              <a:defRPr sz="1800">
                <a:solidFill>
                  <a:schemeClr val="lt1"/>
                </a:solidFill>
                <a:latin typeface="Calibri"/>
                <a:ea typeface="Calibri"/>
                <a:cs typeface="Calibri"/>
                <a:sym typeface="Calibri"/>
              </a:defRPr>
            </a:lvl1pPr>
            <a:lvl2pPr marL="914400" lvl="1" indent="-228600" algn="l">
              <a:spcBef>
                <a:spcPts val="1000"/>
              </a:spcBef>
              <a:spcAft>
                <a:spcPts val="0"/>
              </a:spcAft>
              <a:buSzPts val="840"/>
              <a:buNone/>
              <a:defRPr sz="1200">
                <a:solidFill>
                  <a:schemeClr val="lt1"/>
                </a:solidFill>
                <a:latin typeface="Calibri"/>
                <a:ea typeface="Calibri"/>
                <a:cs typeface="Calibri"/>
                <a:sym typeface="Calibri"/>
              </a:defRPr>
            </a:lvl2pPr>
            <a:lvl3pPr marL="1371600" lvl="2" indent="-228600" algn="l">
              <a:spcBef>
                <a:spcPts val="500"/>
              </a:spcBef>
              <a:spcAft>
                <a:spcPts val="0"/>
              </a:spcAft>
              <a:buSzPts val="750"/>
              <a:buNone/>
              <a:defRPr sz="1000">
                <a:solidFill>
                  <a:schemeClr val="lt1"/>
                </a:solidFill>
                <a:latin typeface="Calibri"/>
                <a:ea typeface="Calibri"/>
                <a:cs typeface="Calibri"/>
                <a:sym typeface="Calibri"/>
              </a:defRPr>
            </a:lvl3pPr>
            <a:lvl4pPr marL="1828800" lvl="3" indent="-228600" algn="l">
              <a:spcBef>
                <a:spcPts val="400"/>
              </a:spcBef>
              <a:spcAft>
                <a:spcPts val="0"/>
              </a:spcAft>
              <a:buSzPts val="675"/>
              <a:buNone/>
              <a:defRPr sz="900">
                <a:solidFill>
                  <a:schemeClr val="lt1"/>
                </a:solidFill>
                <a:latin typeface="Calibri"/>
                <a:ea typeface="Calibri"/>
                <a:cs typeface="Calibri"/>
                <a:sym typeface="Calibri"/>
              </a:defRPr>
            </a:lvl4pPr>
            <a:lvl5pPr marL="2286000" lvl="4" indent="-228600" algn="l">
              <a:spcBef>
                <a:spcPts val="400"/>
              </a:spcBef>
              <a:spcAft>
                <a:spcPts val="0"/>
              </a:spcAft>
              <a:buSzPts val="585"/>
              <a:buNone/>
              <a:defRPr sz="900">
                <a:solidFill>
                  <a:schemeClr val="lt1"/>
                </a:solidFill>
                <a:latin typeface="Calibri"/>
                <a:ea typeface="Calibri"/>
                <a:cs typeface="Calibri"/>
                <a:sym typeface="Calibri"/>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1" name="Google Shape;91;p11"/>
          <p:cNvSpPr txBox="1">
            <a:spLocks noGrp="1"/>
          </p:cNvSpPr>
          <p:nvPr>
            <p:ph type="body" idx="2"/>
          </p:nvPr>
        </p:nvSpPr>
        <p:spPr>
          <a:xfrm>
            <a:off x="3149600" y="1752600"/>
            <a:ext cx="8534400" cy="44196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blipFill rotWithShape="1">
          <a:blip r:embed="rId2">
            <a:alphaModFix/>
          </a:blip>
          <a:tile tx="0" ty="0" sx="100000" sy="100000" flip="none" algn="tl"/>
        </a:blipFill>
        <a:effectLst/>
      </p:bgPr>
    </p:bg>
    <p:spTree>
      <p:nvGrpSpPr>
        <p:cNvPr id="1" name="Shape 92"/>
        <p:cNvGrpSpPr/>
        <p:nvPr/>
      </p:nvGrpSpPr>
      <p:grpSpPr>
        <a:xfrm>
          <a:off x="0" y="0"/>
          <a:ext cx="0" cy="0"/>
          <a:chOff x="0" y="0"/>
          <a:chExt cx="0" cy="0"/>
        </a:xfrm>
      </p:grpSpPr>
      <p:sp>
        <p:nvSpPr>
          <p:cNvPr id="93" name="Google Shape;93;p12"/>
          <p:cNvSpPr txBox="1">
            <a:spLocks noGrp="1"/>
          </p:cNvSpPr>
          <p:nvPr>
            <p:ph type="body" idx="1"/>
          </p:nvPr>
        </p:nvSpPr>
        <p:spPr>
          <a:xfrm>
            <a:off x="2133600" y="5486400"/>
            <a:ext cx="97536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700"/>
              </a:spcBef>
              <a:spcAft>
                <a:spcPts val="0"/>
              </a:spcAft>
              <a:buSzPts val="1020"/>
              <a:buFont typeface="Calibri"/>
              <a:buNone/>
              <a:defRPr sz="1700"/>
            </a:lvl1pPr>
            <a:lvl2pPr marL="914400" lvl="1" indent="-228600" algn="l">
              <a:spcBef>
                <a:spcPts val="550"/>
              </a:spcBef>
              <a:spcAft>
                <a:spcPts val="0"/>
              </a:spcAft>
              <a:buSzPts val="840"/>
              <a:buFont typeface="Calibri"/>
              <a:buNone/>
              <a:defRPr sz="1200"/>
            </a:lvl2pPr>
            <a:lvl3pPr marL="1371600" lvl="2" indent="-228600" algn="l">
              <a:spcBef>
                <a:spcPts val="500"/>
              </a:spcBef>
              <a:spcAft>
                <a:spcPts val="0"/>
              </a:spcAft>
              <a:buSzPts val="750"/>
              <a:buFont typeface="Calibri"/>
              <a:buNone/>
              <a:defRPr sz="1000"/>
            </a:lvl3pPr>
            <a:lvl4pPr marL="1828800" lvl="3" indent="-228600" algn="l">
              <a:spcBef>
                <a:spcPts val="400"/>
              </a:spcBef>
              <a:spcAft>
                <a:spcPts val="0"/>
              </a:spcAft>
              <a:buSzPts val="675"/>
              <a:buFont typeface="Calibri"/>
              <a:buNone/>
              <a:defRPr sz="900"/>
            </a:lvl4pPr>
            <a:lvl5pPr marL="2286000" lvl="4" indent="-228600" algn="l">
              <a:spcBef>
                <a:spcPts val="400"/>
              </a:spcBef>
              <a:spcAft>
                <a:spcPts val="0"/>
              </a:spcAft>
              <a:buSzPts val="585"/>
              <a:buFont typeface="Calibri"/>
              <a:buNone/>
              <a:defRPr sz="900"/>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4" name="Google Shape;94;p12"/>
          <p:cNvSpPr/>
          <p:nvPr/>
        </p:nvSpPr>
        <p:spPr>
          <a:xfrm>
            <a:off x="-12192" y="4572000"/>
            <a:ext cx="12192000" cy="88696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 name="Google Shape;95;p12"/>
          <p:cNvSpPr/>
          <p:nvPr/>
        </p:nvSpPr>
        <p:spPr>
          <a:xfrm>
            <a:off x="-12192" y="4663440"/>
            <a:ext cx="1950720" cy="71323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2"/>
          <p:cNvSpPr/>
          <p:nvPr/>
        </p:nvSpPr>
        <p:spPr>
          <a:xfrm>
            <a:off x="2060448" y="4654296"/>
            <a:ext cx="10131552" cy="713232"/>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12"/>
          <p:cNvSpPr txBox="1">
            <a:spLocks noGrp="1"/>
          </p:cNvSpPr>
          <p:nvPr>
            <p:ph type="title"/>
          </p:nvPr>
        </p:nvSpPr>
        <p:spPr>
          <a:xfrm>
            <a:off x="2133600" y="4648200"/>
            <a:ext cx="9753600" cy="6858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FFFFFF"/>
              </a:buClr>
              <a:buSzPts val="2800"/>
              <a:buFont typeface="Calibri"/>
              <a:buNone/>
              <a:defRPr sz="28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2"/>
          <p:cNvSpPr/>
          <p:nvPr/>
        </p:nvSpPr>
        <p:spPr>
          <a:xfrm>
            <a:off x="1930400" y="0"/>
            <a:ext cx="134112" cy="6867144"/>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9" name="Google Shape;99;p12"/>
          <p:cNvSpPr txBox="1">
            <a:spLocks noGrp="1"/>
          </p:cNvSpPr>
          <p:nvPr>
            <p:ph type="dt" idx="10"/>
          </p:nvPr>
        </p:nvSpPr>
        <p:spPr>
          <a:xfrm>
            <a:off x="83312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2"/>
          <p:cNvSpPr txBox="1">
            <a:spLocks noGrp="1"/>
          </p:cNvSpPr>
          <p:nvPr>
            <p:ph type="sldNum" idx="12"/>
          </p:nvPr>
        </p:nvSpPr>
        <p:spPr>
          <a:xfrm>
            <a:off x="0" y="4667249"/>
            <a:ext cx="1930400" cy="663578"/>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sz="2800" b="1">
                <a:solidFill>
                  <a:srgbClr val="FFFFFF"/>
                </a:solidFill>
                <a:latin typeface="Calibri"/>
                <a:ea typeface="Calibri"/>
                <a:cs typeface="Calibri"/>
                <a:sym typeface="Calibri"/>
              </a:defRPr>
            </a:lvl1pPr>
            <a:lvl2pPr marL="0" lvl="1" indent="0" algn="ctr">
              <a:spcBef>
                <a:spcPts val="0"/>
              </a:spcBef>
              <a:buNone/>
              <a:defRPr sz="2800" b="1">
                <a:solidFill>
                  <a:srgbClr val="FFFFFF"/>
                </a:solidFill>
                <a:latin typeface="Calibri"/>
                <a:ea typeface="Calibri"/>
                <a:cs typeface="Calibri"/>
                <a:sym typeface="Calibri"/>
              </a:defRPr>
            </a:lvl2pPr>
            <a:lvl3pPr marL="0" lvl="2" indent="0" algn="ctr">
              <a:spcBef>
                <a:spcPts val="0"/>
              </a:spcBef>
              <a:buNone/>
              <a:defRPr sz="2800" b="1">
                <a:solidFill>
                  <a:srgbClr val="FFFFFF"/>
                </a:solidFill>
                <a:latin typeface="Calibri"/>
                <a:ea typeface="Calibri"/>
                <a:cs typeface="Calibri"/>
                <a:sym typeface="Calibri"/>
              </a:defRPr>
            </a:lvl3pPr>
            <a:lvl4pPr marL="0" lvl="3" indent="0" algn="ctr">
              <a:spcBef>
                <a:spcPts val="0"/>
              </a:spcBef>
              <a:buNone/>
              <a:defRPr sz="2800" b="1">
                <a:solidFill>
                  <a:srgbClr val="FFFFFF"/>
                </a:solidFill>
                <a:latin typeface="Calibri"/>
                <a:ea typeface="Calibri"/>
                <a:cs typeface="Calibri"/>
                <a:sym typeface="Calibri"/>
              </a:defRPr>
            </a:lvl4pPr>
            <a:lvl5pPr marL="0" lvl="4" indent="0" algn="ctr">
              <a:spcBef>
                <a:spcPts val="0"/>
              </a:spcBef>
              <a:buNone/>
              <a:defRPr sz="2800" b="1">
                <a:solidFill>
                  <a:srgbClr val="FFFFFF"/>
                </a:solidFill>
                <a:latin typeface="Calibri"/>
                <a:ea typeface="Calibri"/>
                <a:cs typeface="Calibri"/>
                <a:sym typeface="Calibri"/>
              </a:defRPr>
            </a:lvl5pPr>
            <a:lvl6pPr marL="0" lvl="5" indent="0" algn="ctr">
              <a:spcBef>
                <a:spcPts val="0"/>
              </a:spcBef>
              <a:buNone/>
              <a:defRPr sz="2800" b="1">
                <a:solidFill>
                  <a:srgbClr val="FFFFFF"/>
                </a:solidFill>
                <a:latin typeface="Calibri"/>
                <a:ea typeface="Calibri"/>
                <a:cs typeface="Calibri"/>
                <a:sym typeface="Calibri"/>
              </a:defRPr>
            </a:lvl6pPr>
            <a:lvl7pPr marL="0" lvl="6" indent="0" algn="ctr">
              <a:spcBef>
                <a:spcPts val="0"/>
              </a:spcBef>
              <a:buNone/>
              <a:defRPr sz="2800" b="1">
                <a:solidFill>
                  <a:srgbClr val="FFFFFF"/>
                </a:solidFill>
                <a:latin typeface="Calibri"/>
                <a:ea typeface="Calibri"/>
                <a:cs typeface="Calibri"/>
                <a:sym typeface="Calibri"/>
              </a:defRPr>
            </a:lvl7pPr>
            <a:lvl8pPr marL="0" lvl="7" indent="0" algn="ctr">
              <a:spcBef>
                <a:spcPts val="0"/>
              </a:spcBef>
              <a:buNone/>
              <a:defRPr sz="2800" b="1">
                <a:solidFill>
                  <a:srgbClr val="FFFFFF"/>
                </a:solidFill>
                <a:latin typeface="Calibri"/>
                <a:ea typeface="Calibri"/>
                <a:cs typeface="Calibri"/>
                <a:sym typeface="Calibri"/>
              </a:defRPr>
            </a:lvl8pPr>
            <a:lvl9pPr marL="0" lvl="8" indent="0" algn="ctr">
              <a:spcBef>
                <a:spcPts val="0"/>
              </a:spcBef>
              <a:buNone/>
              <a:defRPr sz="2800" b="1">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01" name="Google Shape;101;p12"/>
          <p:cNvSpPr txBox="1">
            <a:spLocks noGrp="1"/>
          </p:cNvSpPr>
          <p:nvPr>
            <p:ph type="ftr" idx="11"/>
          </p:nvPr>
        </p:nvSpPr>
        <p:spPr>
          <a:xfrm>
            <a:off x="2133600" y="6248207"/>
            <a:ext cx="6096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2"/>
          <p:cNvSpPr>
            <a:spLocks noGrp="1"/>
          </p:cNvSpPr>
          <p:nvPr>
            <p:ph type="pic" idx="2"/>
          </p:nvPr>
        </p:nvSpPr>
        <p:spPr>
          <a:xfrm>
            <a:off x="2080768" y="0"/>
            <a:ext cx="10111232" cy="4568952"/>
          </a:xfrm>
          <a:prstGeom prst="rect">
            <a:avLst/>
          </a:prstGeom>
          <a:solidFill>
            <a:srgbClr val="CAD4EA"/>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3"/>
        <p:cNvGrpSpPr/>
        <p:nvPr/>
      </p:nvGrpSpPr>
      <p:grpSpPr>
        <a:xfrm>
          <a:off x="0" y="0"/>
          <a:ext cx="0" cy="0"/>
          <a:chOff x="0" y="0"/>
          <a:chExt cx="0" cy="0"/>
        </a:xfrm>
      </p:grpSpPr>
      <p:sp>
        <p:nvSpPr>
          <p:cNvPr id="104" name="Google Shape;104;p13"/>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3"/>
          <p:cNvSpPr txBox="1">
            <a:spLocks noGrp="1"/>
          </p:cNvSpPr>
          <p:nvPr>
            <p:ph type="body" idx="1"/>
          </p:nvPr>
        </p:nvSpPr>
        <p:spPr>
          <a:xfrm rot="5400000">
            <a:off x="3989324" y="-1572260"/>
            <a:ext cx="4526280" cy="108712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6" name="Google Shape;106;p13"/>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3"/>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3"/>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bg>
      <p:bgPr>
        <a:solidFill>
          <a:schemeClr val="lt1"/>
        </a:solidFill>
        <a:effectLst/>
      </p:bgPr>
    </p:bg>
    <p:spTree>
      <p:nvGrpSpPr>
        <p:cNvPr id="1" name="Shape 109"/>
        <p:cNvGrpSpPr/>
        <p:nvPr/>
      </p:nvGrpSpPr>
      <p:grpSpPr>
        <a:xfrm>
          <a:off x="0" y="0"/>
          <a:ext cx="0" cy="0"/>
          <a:chOff x="0" y="0"/>
          <a:chExt cx="0" cy="0"/>
        </a:xfrm>
      </p:grpSpPr>
      <p:sp>
        <p:nvSpPr>
          <p:cNvPr id="110" name="Google Shape;110;p14"/>
          <p:cNvSpPr txBox="1">
            <a:spLocks noGrp="1"/>
          </p:cNvSpPr>
          <p:nvPr>
            <p:ph type="title"/>
          </p:nvPr>
        </p:nvSpPr>
        <p:spPr>
          <a:xfrm rot="5400000">
            <a:off x="7350919" y="1996282"/>
            <a:ext cx="5516563" cy="27432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4"/>
          <p:cNvSpPr txBox="1">
            <a:spLocks noGrp="1"/>
          </p:cNvSpPr>
          <p:nvPr>
            <p:ph type="body" idx="1"/>
          </p:nvPr>
        </p:nvSpPr>
        <p:spPr>
          <a:xfrm rot="5400000">
            <a:off x="1559718" y="-340518"/>
            <a:ext cx="5516564" cy="7416800"/>
          </a:xfrm>
          <a:prstGeom prst="rect">
            <a:avLst/>
          </a:prstGeom>
          <a:noFill/>
          <a:ln>
            <a:noFill/>
          </a:ln>
        </p:spPr>
        <p:txBody>
          <a:bodyPr spcFirstLastPara="1" wrap="square" lIns="91425" tIns="45700" rIns="91425" bIns="45700" anchor="t" anchorCtr="0">
            <a:normAutofit/>
          </a:bodyPr>
          <a:lstStyle>
            <a:lvl1pPr marL="457200" lvl="0" indent="-297180" algn="l">
              <a:spcBef>
                <a:spcPts val="700"/>
              </a:spcBef>
              <a:spcAft>
                <a:spcPts val="0"/>
              </a:spcAft>
              <a:buSzPts val="1080"/>
              <a:buChar char="◻"/>
              <a:defRPr/>
            </a:lvl1pPr>
            <a:lvl2pPr marL="914400" lvl="1" indent="-308610" algn="l">
              <a:spcBef>
                <a:spcPts val="550"/>
              </a:spcBef>
              <a:spcAft>
                <a:spcPts val="0"/>
              </a:spcAft>
              <a:buSzPts val="1260"/>
              <a:buChar char="🞑"/>
              <a:defRPr/>
            </a:lvl2pPr>
            <a:lvl3pPr marL="1371600" lvl="2" indent="-314325" algn="l">
              <a:spcBef>
                <a:spcPts val="500"/>
              </a:spcBef>
              <a:spcAft>
                <a:spcPts val="0"/>
              </a:spcAft>
              <a:buSzPts val="1350"/>
              <a:buChar char="■"/>
              <a:defRPr/>
            </a:lvl3pPr>
            <a:lvl4pPr marL="1828800" lvl="3" indent="-314325" algn="l">
              <a:spcBef>
                <a:spcPts val="400"/>
              </a:spcBef>
              <a:spcAft>
                <a:spcPts val="0"/>
              </a:spcAft>
              <a:buSzPts val="1350"/>
              <a:buChar char="■"/>
              <a:defRPr/>
            </a:lvl4pPr>
            <a:lvl5pPr marL="2286000" lvl="4" indent="-302895" algn="l">
              <a:spcBef>
                <a:spcPts val="400"/>
              </a:spcBef>
              <a:spcAft>
                <a:spcPts val="0"/>
              </a:spcAft>
              <a:buSzPts val="117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12" name="Google Shape;112;p14"/>
          <p:cNvSpPr txBox="1">
            <a:spLocks noGrp="1"/>
          </p:cNvSpPr>
          <p:nvPr>
            <p:ph type="dt" idx="10"/>
          </p:nvPr>
        </p:nvSpPr>
        <p:spPr>
          <a:xfrm>
            <a:off x="8737600" y="6248403"/>
            <a:ext cx="2946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4"/>
          <p:cNvSpPr txBox="1">
            <a:spLocks noGrp="1"/>
          </p:cNvSpPr>
          <p:nvPr>
            <p:ph type="ftr" idx="11"/>
          </p:nvPr>
        </p:nvSpPr>
        <p:spPr>
          <a:xfrm>
            <a:off x="609602" y="6248208"/>
            <a:ext cx="7431311"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4"/>
          <p:cNvSpPr/>
          <p:nvPr/>
        </p:nvSpPr>
        <p:spPr>
          <a:xfrm>
            <a:off x="8128424" y="0"/>
            <a:ext cx="42672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Google Shape;115;p14"/>
          <p:cNvSpPr/>
          <p:nvPr/>
        </p:nvSpPr>
        <p:spPr>
          <a:xfrm>
            <a:off x="8189384" y="609600"/>
            <a:ext cx="304800" cy="6248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14"/>
          <p:cNvSpPr/>
          <p:nvPr/>
        </p:nvSpPr>
        <p:spPr>
          <a:xfrm>
            <a:off x="8189384" y="0"/>
            <a:ext cx="304800" cy="5334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14"/>
          <p:cNvSpPr txBox="1">
            <a:spLocks noGrp="1"/>
          </p:cNvSpPr>
          <p:nvPr>
            <p:ph type="sldNum" idx="12"/>
          </p:nvPr>
        </p:nvSpPr>
        <p:spPr>
          <a:xfrm rot="5400000">
            <a:off x="8075084" y="103716"/>
            <a:ext cx="533400" cy="325968"/>
          </a:xfrm>
          <a:prstGeom prst="rect">
            <a:avLst/>
          </a:prstGeom>
          <a:noFill/>
          <a:ln>
            <a:noFill/>
          </a:ln>
        </p:spPr>
        <p:txBody>
          <a:bodyPr spcFirstLastPara="1" wrap="square" lIns="91425" tIns="45700" rIns="91425" bIns="45700" anchor="ctr" anchorCtr="0">
            <a:norm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2"/>
              </a:buClr>
              <a:buSzPts val="4400"/>
              <a:buFont typeface="Calibri"/>
              <a:buNone/>
              <a:defRPr sz="4400" b="0" i="0" u="none" strike="noStrike" cap="non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16864" y="1600200"/>
            <a:ext cx="10871200" cy="4526280"/>
          </a:xfrm>
          <a:prstGeom prst="rect">
            <a:avLst/>
          </a:prstGeom>
          <a:noFill/>
          <a:ln>
            <a:noFill/>
          </a:ln>
        </p:spPr>
        <p:txBody>
          <a:bodyPr spcFirstLastPara="1" wrap="square" lIns="91425" tIns="45700" rIns="91425" bIns="45700" anchor="t" anchorCtr="0">
            <a:norm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lt1"/>
                </a:solidFill>
                <a:latin typeface="Calibri"/>
                <a:ea typeface="Calibri"/>
                <a:cs typeface="Calibri"/>
                <a:sym typeface="Calibri"/>
              </a:defRPr>
            </a:lvl1pPr>
            <a:lvl2pPr marL="914400" marR="0" lvl="1" indent="-344169" algn="l" rtl="0">
              <a:spcBef>
                <a:spcPts val="550"/>
              </a:spcBef>
              <a:spcAft>
                <a:spcPts val="0"/>
              </a:spcAft>
              <a:buClr>
                <a:schemeClr val="accent1"/>
              </a:buClr>
              <a:buSzPts val="1820"/>
              <a:buFont typeface="Noto Sans Symbols"/>
              <a:buChar char="🞑"/>
              <a:defRPr sz="2600" b="0" i="0" u="none" strike="noStrike" cap="none">
                <a:solidFill>
                  <a:schemeClr val="lt1"/>
                </a:solidFill>
                <a:latin typeface="Calibri"/>
                <a:ea typeface="Calibri"/>
                <a:cs typeface="Calibri"/>
                <a:sym typeface="Calibri"/>
              </a:defRPr>
            </a:lvl2pPr>
            <a:lvl3pPr marL="1371600" marR="0" lvl="2" indent="-338137" algn="l" rtl="0">
              <a:spcBef>
                <a:spcPts val="500"/>
              </a:spcBef>
              <a:spcAft>
                <a:spcPts val="0"/>
              </a:spcAft>
              <a:buClr>
                <a:schemeClr val="accent2"/>
              </a:buClr>
              <a:buSzPts val="1725"/>
              <a:buFont typeface="Noto Sans Symbols"/>
              <a:buChar char="■"/>
              <a:defRPr sz="2300" b="0" i="0" u="none" strike="noStrike" cap="none">
                <a:solidFill>
                  <a:schemeClr val="lt1"/>
                </a:solidFill>
                <a:latin typeface="Calibri"/>
                <a:ea typeface="Calibri"/>
                <a:cs typeface="Calibri"/>
                <a:sym typeface="Calibri"/>
              </a:defRPr>
            </a:lvl3pPr>
            <a:lvl4pPr marL="1828800" marR="0" lvl="3" indent="-323850" algn="l" rtl="0">
              <a:spcBef>
                <a:spcPts val="400"/>
              </a:spcBef>
              <a:spcAft>
                <a:spcPts val="0"/>
              </a:spcAft>
              <a:buClr>
                <a:schemeClr val="accent3"/>
              </a:buClr>
              <a:buSzPts val="1500"/>
              <a:buFont typeface="Noto Sans Symbols"/>
              <a:buChar char="■"/>
              <a:defRPr sz="2000" b="0" i="0" u="none" strike="noStrike" cap="none">
                <a:solidFill>
                  <a:schemeClr val="lt1"/>
                </a:solidFill>
                <a:latin typeface="Calibri"/>
                <a:ea typeface="Calibri"/>
                <a:cs typeface="Calibri"/>
                <a:sym typeface="Calibri"/>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lt1"/>
                </a:solidFill>
                <a:latin typeface="Calibri"/>
                <a:ea typeface="Calibri"/>
                <a:cs typeface="Calibri"/>
                <a:sym typeface="Calibri"/>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alibri"/>
                <a:ea typeface="Calibri"/>
                <a:cs typeface="Calibri"/>
                <a:sym typeface="Calibri"/>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Calibri"/>
                <a:ea typeface="Calibri"/>
                <a:cs typeface="Calibri"/>
                <a:sym typeface="Calibri"/>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Calibri"/>
                <a:ea typeface="Calibri"/>
                <a:cs typeface="Calibri"/>
                <a:sym typeface="Calibri"/>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lt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lt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lt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1"/>
          <p:cNvSpPr/>
          <p:nvPr/>
        </p:nvSpPr>
        <p:spPr>
          <a:xfrm>
            <a:off x="0" y="1234440"/>
            <a:ext cx="12192000" cy="32004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1"/>
          <p:cNvSpPr/>
          <p:nvPr/>
        </p:nvSpPr>
        <p:spPr>
          <a:xfrm>
            <a:off x="0" y="1280160"/>
            <a:ext cx="711200" cy="228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 name="Google Shape;16;p1"/>
          <p:cNvSpPr/>
          <p:nvPr/>
        </p:nvSpPr>
        <p:spPr>
          <a:xfrm>
            <a:off x="787400" y="1280160"/>
            <a:ext cx="11404600" cy="228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1"/>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marR="0" lvl="0" indent="0" algn="ctr" rtl="0">
              <a:spcBef>
                <a:spcPts val="0"/>
              </a:spcBef>
              <a:buNone/>
              <a:defRPr sz="1400" b="1" i="0" u="none" strike="noStrike" cap="none">
                <a:solidFill>
                  <a:srgbClr val="FFFFFF"/>
                </a:solidFill>
                <a:latin typeface="Calibri"/>
                <a:ea typeface="Calibri"/>
                <a:cs typeface="Calibri"/>
                <a:sym typeface="Calibri"/>
              </a:defRPr>
            </a:lvl1pPr>
            <a:lvl2pPr marL="0" marR="0" lvl="1" indent="0" algn="ctr" rtl="0">
              <a:spcBef>
                <a:spcPts val="0"/>
              </a:spcBef>
              <a:buNone/>
              <a:defRPr sz="1400" b="1" i="0" u="none" strike="noStrike" cap="none">
                <a:solidFill>
                  <a:srgbClr val="FFFFFF"/>
                </a:solidFill>
                <a:latin typeface="Calibri"/>
                <a:ea typeface="Calibri"/>
                <a:cs typeface="Calibri"/>
                <a:sym typeface="Calibri"/>
              </a:defRPr>
            </a:lvl2pPr>
            <a:lvl3pPr marL="0" marR="0" lvl="2" indent="0" algn="ctr" rtl="0">
              <a:spcBef>
                <a:spcPts val="0"/>
              </a:spcBef>
              <a:buNone/>
              <a:defRPr sz="1400" b="1" i="0" u="none" strike="noStrike" cap="none">
                <a:solidFill>
                  <a:srgbClr val="FFFFFF"/>
                </a:solidFill>
                <a:latin typeface="Calibri"/>
                <a:ea typeface="Calibri"/>
                <a:cs typeface="Calibri"/>
                <a:sym typeface="Calibri"/>
              </a:defRPr>
            </a:lvl3pPr>
            <a:lvl4pPr marL="0" marR="0" lvl="3" indent="0" algn="ctr" rtl="0">
              <a:spcBef>
                <a:spcPts val="0"/>
              </a:spcBef>
              <a:buNone/>
              <a:defRPr sz="1400" b="1" i="0" u="none" strike="noStrike" cap="none">
                <a:solidFill>
                  <a:srgbClr val="FFFFFF"/>
                </a:solidFill>
                <a:latin typeface="Calibri"/>
                <a:ea typeface="Calibri"/>
                <a:cs typeface="Calibri"/>
                <a:sym typeface="Calibri"/>
              </a:defRPr>
            </a:lvl4pPr>
            <a:lvl5pPr marL="0" marR="0" lvl="4" indent="0" algn="ctr" rtl="0">
              <a:spcBef>
                <a:spcPts val="0"/>
              </a:spcBef>
              <a:buNone/>
              <a:defRPr sz="1400" b="1" i="0" u="none" strike="noStrike" cap="none">
                <a:solidFill>
                  <a:srgbClr val="FFFFFF"/>
                </a:solidFill>
                <a:latin typeface="Calibri"/>
                <a:ea typeface="Calibri"/>
                <a:cs typeface="Calibri"/>
                <a:sym typeface="Calibri"/>
              </a:defRPr>
            </a:lvl5pPr>
            <a:lvl6pPr marL="0" marR="0" lvl="5" indent="0" algn="ctr" rtl="0">
              <a:spcBef>
                <a:spcPts val="0"/>
              </a:spcBef>
              <a:buNone/>
              <a:defRPr sz="1400" b="1" i="0" u="none" strike="noStrike" cap="none">
                <a:solidFill>
                  <a:srgbClr val="FFFFFF"/>
                </a:solidFill>
                <a:latin typeface="Calibri"/>
                <a:ea typeface="Calibri"/>
                <a:cs typeface="Calibri"/>
                <a:sym typeface="Calibri"/>
              </a:defRPr>
            </a:lvl6pPr>
            <a:lvl7pPr marL="0" marR="0" lvl="6" indent="0" algn="ctr" rtl="0">
              <a:spcBef>
                <a:spcPts val="0"/>
              </a:spcBef>
              <a:buNone/>
              <a:defRPr sz="1400" b="1" i="0" u="none" strike="noStrike" cap="none">
                <a:solidFill>
                  <a:srgbClr val="FFFFFF"/>
                </a:solidFill>
                <a:latin typeface="Calibri"/>
                <a:ea typeface="Calibri"/>
                <a:cs typeface="Calibri"/>
                <a:sym typeface="Calibri"/>
              </a:defRPr>
            </a:lvl7pPr>
            <a:lvl8pPr marL="0" marR="0" lvl="7" indent="0" algn="ctr" rtl="0">
              <a:spcBef>
                <a:spcPts val="0"/>
              </a:spcBef>
              <a:buNone/>
              <a:defRPr sz="1400" b="1" i="0" u="none" strike="noStrike" cap="none">
                <a:solidFill>
                  <a:srgbClr val="FFFFFF"/>
                </a:solidFill>
                <a:latin typeface="Calibri"/>
                <a:ea typeface="Calibri"/>
                <a:cs typeface="Calibri"/>
                <a:sym typeface="Calibri"/>
              </a:defRPr>
            </a:lvl8pPr>
            <a:lvl9pPr marL="0" marR="0" lvl="8" indent="0" algn="ctr" rtl="0">
              <a:spcBef>
                <a:spcPts val="0"/>
              </a:spcBef>
              <a:buNone/>
              <a:defRPr sz="1400" b="1"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812800" y="228600"/>
            <a:ext cx="10871200" cy="99060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2"/>
              </a:buClr>
              <a:buSzPts val="4400"/>
              <a:buFont typeface="Calibri"/>
              <a:buNone/>
              <a:defRPr sz="4400" b="0" i="0" u="none" strike="noStrike" cap="non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3"/>
          <p:cNvSpPr txBox="1">
            <a:spLocks noGrp="1"/>
          </p:cNvSpPr>
          <p:nvPr>
            <p:ph type="body" idx="1"/>
          </p:nvPr>
        </p:nvSpPr>
        <p:spPr>
          <a:xfrm>
            <a:off x="816864" y="1600200"/>
            <a:ext cx="10871200" cy="4526280"/>
          </a:xfrm>
          <a:prstGeom prst="rect">
            <a:avLst/>
          </a:prstGeom>
          <a:noFill/>
          <a:ln>
            <a:noFill/>
          </a:ln>
        </p:spPr>
        <p:txBody>
          <a:bodyPr spcFirstLastPara="1" wrap="square" lIns="91425" tIns="45700" rIns="91425" bIns="45700" anchor="t" anchorCtr="0">
            <a:normAutofit/>
          </a:bodyPr>
          <a:lstStyle>
            <a:lvl1pPr marL="457200" marR="0" lvl="0" indent="-339090" algn="l" rtl="0">
              <a:spcBef>
                <a:spcPts val="700"/>
              </a:spcBef>
              <a:spcAft>
                <a:spcPts val="0"/>
              </a:spcAft>
              <a:buClr>
                <a:schemeClr val="accent2"/>
              </a:buClr>
              <a:buSzPts val="1740"/>
              <a:buFont typeface="Noto Sans Symbols"/>
              <a:buChar char="◻"/>
              <a:defRPr sz="2900" b="0" i="0" u="none" strike="noStrike" cap="none">
                <a:solidFill>
                  <a:schemeClr val="dk1"/>
                </a:solidFill>
                <a:latin typeface="Calibri"/>
                <a:ea typeface="Calibri"/>
                <a:cs typeface="Calibri"/>
                <a:sym typeface="Calibri"/>
              </a:defRPr>
            </a:lvl1pPr>
            <a:lvl2pPr marL="914400" marR="0" lvl="1" indent="-344169" algn="l" rtl="0">
              <a:spcBef>
                <a:spcPts val="550"/>
              </a:spcBef>
              <a:spcAft>
                <a:spcPts val="0"/>
              </a:spcAft>
              <a:buClr>
                <a:schemeClr val="accent1"/>
              </a:buClr>
              <a:buSzPts val="1820"/>
              <a:buFont typeface="Noto Sans Symbols"/>
              <a:buChar char="🞑"/>
              <a:defRPr sz="2600" b="0" i="0" u="none" strike="noStrike" cap="none">
                <a:solidFill>
                  <a:schemeClr val="dk1"/>
                </a:solidFill>
                <a:latin typeface="Calibri"/>
                <a:ea typeface="Calibri"/>
                <a:cs typeface="Calibri"/>
                <a:sym typeface="Calibri"/>
              </a:defRPr>
            </a:lvl2pPr>
            <a:lvl3pPr marL="1371600" marR="0" lvl="2" indent="-338137" algn="l" rtl="0">
              <a:spcBef>
                <a:spcPts val="500"/>
              </a:spcBef>
              <a:spcAft>
                <a:spcPts val="0"/>
              </a:spcAft>
              <a:buClr>
                <a:schemeClr val="accent2"/>
              </a:buClr>
              <a:buSzPts val="1725"/>
              <a:buFont typeface="Noto Sans Symbols"/>
              <a:buChar char="■"/>
              <a:defRPr sz="2300" b="0" i="0" u="none" strike="noStrike" cap="none">
                <a:solidFill>
                  <a:schemeClr val="dk1"/>
                </a:solidFill>
                <a:latin typeface="Calibri"/>
                <a:ea typeface="Calibri"/>
                <a:cs typeface="Calibri"/>
                <a:sym typeface="Calibri"/>
              </a:defRPr>
            </a:lvl3pPr>
            <a:lvl4pPr marL="1828800" marR="0" lvl="3" indent="-323850" algn="l" rtl="0">
              <a:spcBef>
                <a:spcPts val="400"/>
              </a:spcBef>
              <a:spcAft>
                <a:spcPts val="0"/>
              </a:spcAft>
              <a:buClr>
                <a:schemeClr val="accent3"/>
              </a:buClr>
              <a:buSzPts val="15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11150" algn="l" rtl="0">
              <a:spcBef>
                <a:spcPts val="400"/>
              </a:spcBef>
              <a:spcAft>
                <a:spcPts val="0"/>
              </a:spcAft>
              <a:buClr>
                <a:schemeClr val="accent4"/>
              </a:buClr>
              <a:buSzPts val="13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accent4"/>
              </a:buClr>
              <a:buSzPts val="1800"/>
              <a:buFont typeface="Noto Sans Symbols"/>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dt" idx="10"/>
          </p:nvPr>
        </p:nvSpPr>
        <p:spPr>
          <a:xfrm>
            <a:off x="8128000" y="6248401"/>
            <a:ext cx="35560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3"/>
          <p:cNvSpPr txBox="1">
            <a:spLocks noGrp="1"/>
          </p:cNvSpPr>
          <p:nvPr>
            <p:ph type="ftr" idx="11"/>
          </p:nvPr>
        </p:nvSpPr>
        <p:spPr>
          <a:xfrm>
            <a:off x="812801" y="6248207"/>
            <a:ext cx="7228111"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
          <p:cNvSpPr/>
          <p:nvPr/>
        </p:nvSpPr>
        <p:spPr>
          <a:xfrm>
            <a:off x="0" y="1234440"/>
            <a:ext cx="12192000" cy="32004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3"/>
          <p:cNvSpPr/>
          <p:nvPr/>
        </p:nvSpPr>
        <p:spPr>
          <a:xfrm>
            <a:off x="0" y="1280160"/>
            <a:ext cx="711200" cy="2286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3"/>
          <p:cNvSpPr/>
          <p:nvPr/>
        </p:nvSpPr>
        <p:spPr>
          <a:xfrm>
            <a:off x="787400" y="1280160"/>
            <a:ext cx="11404600" cy="228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 name="Google Shape;35;p3"/>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a:bodyPr>
          <a:lstStyle>
            <a:lvl1pPr marL="0" marR="0" lvl="0" indent="0" algn="ctr" rtl="0">
              <a:spcBef>
                <a:spcPts val="0"/>
              </a:spcBef>
              <a:buNone/>
              <a:defRPr sz="1400" b="1" i="0" u="none" strike="noStrike" cap="none">
                <a:solidFill>
                  <a:srgbClr val="FFFFFF"/>
                </a:solidFill>
                <a:latin typeface="Calibri"/>
                <a:ea typeface="Calibri"/>
                <a:cs typeface="Calibri"/>
                <a:sym typeface="Calibri"/>
              </a:defRPr>
            </a:lvl1pPr>
            <a:lvl2pPr marL="0" marR="0" lvl="1" indent="0" algn="ctr" rtl="0">
              <a:spcBef>
                <a:spcPts val="0"/>
              </a:spcBef>
              <a:buNone/>
              <a:defRPr sz="1400" b="1" i="0" u="none" strike="noStrike" cap="none">
                <a:solidFill>
                  <a:srgbClr val="FFFFFF"/>
                </a:solidFill>
                <a:latin typeface="Calibri"/>
                <a:ea typeface="Calibri"/>
                <a:cs typeface="Calibri"/>
                <a:sym typeface="Calibri"/>
              </a:defRPr>
            </a:lvl2pPr>
            <a:lvl3pPr marL="0" marR="0" lvl="2" indent="0" algn="ctr" rtl="0">
              <a:spcBef>
                <a:spcPts val="0"/>
              </a:spcBef>
              <a:buNone/>
              <a:defRPr sz="1400" b="1" i="0" u="none" strike="noStrike" cap="none">
                <a:solidFill>
                  <a:srgbClr val="FFFFFF"/>
                </a:solidFill>
                <a:latin typeface="Calibri"/>
                <a:ea typeface="Calibri"/>
                <a:cs typeface="Calibri"/>
                <a:sym typeface="Calibri"/>
              </a:defRPr>
            </a:lvl3pPr>
            <a:lvl4pPr marL="0" marR="0" lvl="3" indent="0" algn="ctr" rtl="0">
              <a:spcBef>
                <a:spcPts val="0"/>
              </a:spcBef>
              <a:buNone/>
              <a:defRPr sz="1400" b="1" i="0" u="none" strike="noStrike" cap="none">
                <a:solidFill>
                  <a:srgbClr val="FFFFFF"/>
                </a:solidFill>
                <a:latin typeface="Calibri"/>
                <a:ea typeface="Calibri"/>
                <a:cs typeface="Calibri"/>
                <a:sym typeface="Calibri"/>
              </a:defRPr>
            </a:lvl4pPr>
            <a:lvl5pPr marL="0" marR="0" lvl="4" indent="0" algn="ctr" rtl="0">
              <a:spcBef>
                <a:spcPts val="0"/>
              </a:spcBef>
              <a:buNone/>
              <a:defRPr sz="1400" b="1" i="0" u="none" strike="noStrike" cap="none">
                <a:solidFill>
                  <a:srgbClr val="FFFFFF"/>
                </a:solidFill>
                <a:latin typeface="Calibri"/>
                <a:ea typeface="Calibri"/>
                <a:cs typeface="Calibri"/>
                <a:sym typeface="Calibri"/>
              </a:defRPr>
            </a:lvl5pPr>
            <a:lvl6pPr marL="0" marR="0" lvl="5" indent="0" algn="ctr" rtl="0">
              <a:spcBef>
                <a:spcPts val="0"/>
              </a:spcBef>
              <a:buNone/>
              <a:defRPr sz="1400" b="1" i="0" u="none" strike="noStrike" cap="none">
                <a:solidFill>
                  <a:srgbClr val="FFFFFF"/>
                </a:solidFill>
                <a:latin typeface="Calibri"/>
                <a:ea typeface="Calibri"/>
                <a:cs typeface="Calibri"/>
                <a:sym typeface="Calibri"/>
              </a:defRPr>
            </a:lvl6pPr>
            <a:lvl7pPr marL="0" marR="0" lvl="6" indent="0" algn="ctr" rtl="0">
              <a:spcBef>
                <a:spcPts val="0"/>
              </a:spcBef>
              <a:buNone/>
              <a:defRPr sz="1400" b="1" i="0" u="none" strike="noStrike" cap="none">
                <a:solidFill>
                  <a:srgbClr val="FFFFFF"/>
                </a:solidFill>
                <a:latin typeface="Calibri"/>
                <a:ea typeface="Calibri"/>
                <a:cs typeface="Calibri"/>
                <a:sym typeface="Calibri"/>
              </a:defRPr>
            </a:lvl7pPr>
            <a:lvl8pPr marL="0" marR="0" lvl="7" indent="0" algn="ctr" rtl="0">
              <a:spcBef>
                <a:spcPts val="0"/>
              </a:spcBef>
              <a:buNone/>
              <a:defRPr sz="1400" b="1" i="0" u="none" strike="noStrike" cap="none">
                <a:solidFill>
                  <a:srgbClr val="FFFFFF"/>
                </a:solidFill>
                <a:latin typeface="Calibri"/>
                <a:ea typeface="Calibri"/>
                <a:cs typeface="Calibri"/>
                <a:sym typeface="Calibri"/>
              </a:defRPr>
            </a:lvl8pPr>
            <a:lvl9pPr marL="0" marR="0" lvl="8" indent="0" algn="ctr" rtl="0">
              <a:spcBef>
                <a:spcPts val="0"/>
              </a:spcBef>
              <a:buNone/>
              <a:defRPr sz="1400" b="1"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www.geeksforgeeks.org/introduction-of-programming-paradigms/" TargetMode="External"/><Relationship Id="rId3" Type="http://schemas.openxmlformats.org/officeDocument/2006/relationships/hyperlink" Target="https://www.geeksforgeeks.org/classes-objects-java/" TargetMode="External"/><Relationship Id="rId7" Type="http://schemas.openxmlformats.org/officeDocument/2006/relationships/hyperlink" Target="https://www.learncomputerscienceonline.com/computer-programming/#POST2anchor2"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www.geeksforgeeks.org/difference-between-machine-language-and-assembly-language/" TargetMode="External"/><Relationship Id="rId5" Type="http://schemas.openxmlformats.org/officeDocument/2006/relationships/hyperlink" Target="https://www.educative.io/blog/object-oriented-programming" TargetMode="External"/><Relationship Id="rId4" Type="http://schemas.openxmlformats.org/officeDocument/2006/relationships/hyperlink" Target="https://techdifferences.com/difference-between-oop-and-pop.html"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D8D8"/>
        </a:solidFill>
        <a:effectLst/>
      </p:bgPr>
    </p:bg>
    <p:spTree>
      <p:nvGrpSpPr>
        <p:cNvPr id="1" name="Shape 122"/>
        <p:cNvGrpSpPr/>
        <p:nvPr/>
      </p:nvGrpSpPr>
      <p:grpSpPr>
        <a:xfrm>
          <a:off x="0" y="0"/>
          <a:ext cx="0" cy="0"/>
          <a:chOff x="0" y="0"/>
          <a:chExt cx="0" cy="0"/>
        </a:xfrm>
      </p:grpSpPr>
      <p:sp>
        <p:nvSpPr>
          <p:cNvPr id="123" name="Google Shape;123;p15"/>
          <p:cNvSpPr txBox="1"/>
          <p:nvPr/>
        </p:nvSpPr>
        <p:spPr>
          <a:xfrm>
            <a:off x="-457200" y="1021733"/>
            <a:ext cx="13045439"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i="0" u="none" strike="noStrike" cap="none">
                <a:solidFill>
                  <a:srgbClr val="000000"/>
                </a:solidFill>
                <a:latin typeface="Arial Rounded"/>
                <a:ea typeface="Arial Rounded"/>
                <a:cs typeface="Arial Rounded"/>
                <a:sym typeface="Arial Rounded"/>
              </a:rPr>
              <a:t>Evaluation of Object Oriented Programming (OOP)</a:t>
            </a:r>
            <a:endParaRPr sz="4000" b="1" i="0" u="none" strike="noStrike" cap="none">
              <a:solidFill>
                <a:srgbClr val="000000"/>
              </a:solidFill>
              <a:latin typeface="Arial Rounded"/>
              <a:ea typeface="Arial Rounded"/>
              <a:cs typeface="Arial Rounded"/>
              <a:sym typeface="Arial Rounded"/>
            </a:endParaRPr>
          </a:p>
        </p:txBody>
      </p:sp>
      <p:sp>
        <p:nvSpPr>
          <p:cNvPr id="124" name="Google Shape;124;p15"/>
          <p:cNvSpPr txBox="1">
            <a:spLocks noGrp="1"/>
          </p:cNvSpPr>
          <p:nvPr>
            <p:ph type="subTitle" idx="1"/>
          </p:nvPr>
        </p:nvSpPr>
        <p:spPr>
          <a:xfrm>
            <a:off x="3149600" y="6050037"/>
            <a:ext cx="8940800" cy="6858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56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txBox="1">
            <a:spLocks noGrp="1"/>
          </p:cNvSpPr>
          <p:nvPr>
            <p:ph type="title"/>
          </p:nvPr>
        </p:nvSpPr>
        <p:spPr>
          <a:xfrm>
            <a:off x="167940"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Contents</a:t>
            </a:r>
            <a:endParaRPr/>
          </a:p>
        </p:txBody>
      </p:sp>
      <p:sp>
        <p:nvSpPr>
          <p:cNvPr id="130" name="Google Shape;130;p16"/>
          <p:cNvSpPr txBox="1">
            <a:spLocks noGrp="1"/>
          </p:cNvSpPr>
          <p:nvPr>
            <p:ph type="body" idx="1"/>
          </p:nvPr>
        </p:nvSpPr>
        <p:spPr>
          <a:xfrm>
            <a:off x="693614" y="1685128"/>
            <a:ext cx="9396870" cy="5052556"/>
          </a:xfrm>
          <a:prstGeom prst="rect">
            <a:avLst/>
          </a:prstGeom>
          <a:noFill/>
          <a:ln>
            <a:noFill/>
          </a:ln>
        </p:spPr>
        <p:txBody>
          <a:bodyPr spcFirstLastPara="1" wrap="square" lIns="91425" tIns="45700" rIns="91425" bIns="45700" anchor="t" anchorCtr="0">
            <a:normAutofit fontScale="92500" lnSpcReduction="20000"/>
          </a:bodyPr>
          <a:lstStyle/>
          <a:p>
            <a:pPr marL="320040" lvl="0" indent="-320059" algn="l" rtl="0">
              <a:spcBef>
                <a:spcPts val="0"/>
              </a:spcBef>
              <a:spcAft>
                <a:spcPts val="0"/>
              </a:spcAft>
              <a:buSzPct val="59999"/>
              <a:buChar char="◻"/>
            </a:pPr>
            <a:r>
              <a:rPr lang="en-US"/>
              <a:t>The study of programming languages</a:t>
            </a:r>
            <a:endParaRPr/>
          </a:p>
          <a:p>
            <a:pPr marL="320040" lvl="0" indent="-320059" algn="l" rtl="0">
              <a:spcBef>
                <a:spcPts val="700"/>
              </a:spcBef>
              <a:spcAft>
                <a:spcPts val="0"/>
              </a:spcAft>
              <a:buSzPct val="59999"/>
              <a:buChar char="◻"/>
            </a:pPr>
            <a:r>
              <a:rPr lang="en-US"/>
              <a:t>Introduction to programming paradigm</a:t>
            </a:r>
            <a:endParaRPr/>
          </a:p>
          <a:p>
            <a:pPr marL="320040" lvl="0" indent="-320059" algn="l" rtl="0">
              <a:spcBef>
                <a:spcPts val="700"/>
              </a:spcBef>
              <a:spcAft>
                <a:spcPts val="0"/>
              </a:spcAft>
              <a:buSzPct val="59999"/>
              <a:buChar char="◻"/>
            </a:pPr>
            <a:r>
              <a:rPr lang="en-US"/>
              <a:t>Programming Language types</a:t>
            </a:r>
            <a:endParaRPr/>
          </a:p>
          <a:p>
            <a:pPr marL="640080" lvl="1" indent="-274320" algn="l" rtl="0">
              <a:spcBef>
                <a:spcPts val="550"/>
              </a:spcBef>
              <a:spcAft>
                <a:spcPts val="0"/>
              </a:spcAft>
              <a:buSzPct val="70000"/>
              <a:buChar char="🞑"/>
            </a:pPr>
            <a:r>
              <a:rPr lang="en-US"/>
              <a:t>Unstructured programming languages</a:t>
            </a:r>
            <a:endParaRPr/>
          </a:p>
          <a:p>
            <a:pPr marL="640080" lvl="1" indent="-274320" algn="l" rtl="0">
              <a:spcBef>
                <a:spcPts val="550"/>
              </a:spcBef>
              <a:spcAft>
                <a:spcPts val="0"/>
              </a:spcAft>
              <a:buSzPct val="70000"/>
              <a:buChar char="🞑"/>
            </a:pPr>
            <a:r>
              <a:rPr lang="en-US"/>
              <a:t>Procedural programming languages</a:t>
            </a:r>
            <a:endParaRPr/>
          </a:p>
          <a:p>
            <a:pPr marL="640080" lvl="1" indent="-274320" algn="l" rtl="0">
              <a:spcBef>
                <a:spcPts val="550"/>
              </a:spcBef>
              <a:spcAft>
                <a:spcPts val="0"/>
              </a:spcAft>
              <a:buSzPct val="70000"/>
              <a:buChar char="🞑"/>
            </a:pPr>
            <a:r>
              <a:rPr lang="en-US"/>
              <a:t>Structured programming languages</a:t>
            </a:r>
            <a:endParaRPr/>
          </a:p>
          <a:p>
            <a:pPr marL="640080" lvl="1" indent="-274320" algn="l" rtl="0">
              <a:spcBef>
                <a:spcPts val="550"/>
              </a:spcBef>
              <a:spcAft>
                <a:spcPts val="0"/>
              </a:spcAft>
              <a:buSzPct val="70000"/>
              <a:buChar char="🞑"/>
            </a:pPr>
            <a:r>
              <a:rPr lang="en-US"/>
              <a:t>Object Oriented programming (OOP) languages</a:t>
            </a:r>
            <a:endParaRPr/>
          </a:p>
          <a:p>
            <a:pPr marL="320040" lvl="0" indent="-320059" algn="l" rtl="0">
              <a:spcBef>
                <a:spcPts val="700"/>
              </a:spcBef>
              <a:spcAft>
                <a:spcPts val="0"/>
              </a:spcAft>
              <a:buSzPct val="59999"/>
              <a:buChar char="◻"/>
            </a:pPr>
            <a:r>
              <a:rPr lang="en-US"/>
              <a:t>Building blocks of OOP</a:t>
            </a:r>
            <a:endParaRPr/>
          </a:p>
          <a:p>
            <a:pPr marL="320040" lvl="0" indent="-320059" algn="l" rtl="0">
              <a:spcBef>
                <a:spcPts val="700"/>
              </a:spcBef>
              <a:spcAft>
                <a:spcPts val="0"/>
              </a:spcAft>
              <a:buSzPct val="59999"/>
              <a:buChar char="◻"/>
            </a:pPr>
            <a:r>
              <a:rPr lang="en-US"/>
              <a:t>Why OOP?</a:t>
            </a:r>
            <a:endParaRPr/>
          </a:p>
          <a:p>
            <a:pPr marL="320040" lvl="0" indent="-320059" algn="l" rtl="0">
              <a:spcBef>
                <a:spcPts val="700"/>
              </a:spcBef>
              <a:spcAft>
                <a:spcPts val="0"/>
              </a:spcAft>
              <a:buSzPct val="59999"/>
              <a:buChar char="◻"/>
            </a:pPr>
            <a:r>
              <a:rPr lang="en-US"/>
              <a:t>Features of OOP</a:t>
            </a:r>
            <a:endParaRPr/>
          </a:p>
          <a:p>
            <a:pPr marL="320040" lvl="0" indent="-320059" algn="l" rtl="0">
              <a:spcBef>
                <a:spcPts val="700"/>
              </a:spcBef>
              <a:spcAft>
                <a:spcPts val="0"/>
              </a:spcAft>
              <a:buSzPct val="59999"/>
              <a:buChar char="◻"/>
            </a:pPr>
            <a:r>
              <a:rPr lang="en-US"/>
              <a:t>References</a:t>
            </a:r>
            <a:endParaRPr/>
          </a:p>
          <a:p>
            <a:pPr marL="320040" lvl="0" indent="-320059" algn="l" rtl="0">
              <a:spcBef>
                <a:spcPts val="700"/>
              </a:spcBef>
              <a:spcAft>
                <a:spcPts val="0"/>
              </a:spcAft>
              <a:buSzPct val="59999"/>
              <a:buChar char="◻"/>
            </a:pPr>
            <a:r>
              <a:rPr lang="en-US"/>
              <a:t>Next lecture topics</a:t>
            </a:r>
            <a:endParaRPr/>
          </a:p>
          <a:p>
            <a:pPr marL="320040" lvl="0" indent="-217855" algn="l" rtl="0">
              <a:spcBef>
                <a:spcPts val="700"/>
              </a:spcBef>
              <a:spcAft>
                <a:spcPts val="0"/>
              </a:spcAft>
              <a:buSzPct val="59999"/>
              <a:buNone/>
            </a:pPr>
            <a:endParaRPr/>
          </a:p>
          <a:p>
            <a:pPr marL="320040" lvl="0" indent="-217855" algn="l" rtl="0">
              <a:spcBef>
                <a:spcPts val="700"/>
              </a:spcBef>
              <a:spcAft>
                <a:spcPts val="0"/>
              </a:spcAft>
              <a:buSzPct val="59999"/>
              <a:buNone/>
            </a:pPr>
            <a:endParaRPr/>
          </a:p>
          <a:p>
            <a:pPr marL="365760" lvl="1" indent="0" algn="l" rtl="0">
              <a:spcBef>
                <a:spcPts val="550"/>
              </a:spcBef>
              <a:spcAft>
                <a:spcPts val="0"/>
              </a:spcAft>
              <a:buSzPct val="70000"/>
              <a:buNone/>
            </a:pPr>
            <a:endParaRPr/>
          </a:p>
        </p:txBody>
      </p:sp>
      <p:pic>
        <p:nvPicPr>
          <p:cNvPr id="131" name="Google Shape;131;p16"/>
          <p:cNvPicPr preferRelativeResize="0"/>
          <p:nvPr/>
        </p:nvPicPr>
        <p:blipFill rotWithShape="1">
          <a:blip r:embed="rId3">
            <a:alphaModFix/>
          </a:blip>
          <a:srcRect/>
          <a:stretch/>
        </p:blipFill>
        <p:spPr>
          <a:xfrm rot="-226087">
            <a:off x="7815018" y="3638116"/>
            <a:ext cx="3691394" cy="1898768"/>
          </a:xfrm>
          <a:prstGeom prst="rect">
            <a:avLst/>
          </a:prstGeom>
          <a:noFill/>
          <a:ln>
            <a:noFill/>
          </a:ln>
        </p:spPr>
      </p:pic>
      <p:sp>
        <p:nvSpPr>
          <p:cNvPr id="132" name="Google Shape;132;p16"/>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a:t>
            </a:fld>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The study of programming languages</a:t>
            </a:r>
            <a:endParaRPr/>
          </a:p>
        </p:txBody>
      </p:sp>
      <p:sp>
        <p:nvSpPr>
          <p:cNvPr id="139" name="Google Shape;139;p17"/>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a:t>
            </a:fld>
            <a:endParaRPr>
              <a:latin typeface="Calibri"/>
              <a:ea typeface="Calibri"/>
              <a:cs typeface="Calibri"/>
              <a:sym typeface="Calibri"/>
            </a:endParaRPr>
          </a:p>
        </p:txBody>
      </p:sp>
      <p:sp>
        <p:nvSpPr>
          <p:cNvPr id="140" name="Google Shape;140;p17"/>
          <p:cNvSpPr/>
          <p:nvPr/>
        </p:nvSpPr>
        <p:spPr>
          <a:xfrm>
            <a:off x="355600" y="1569720"/>
            <a:ext cx="11356535" cy="5016758"/>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The </a:t>
            </a:r>
            <a:r>
              <a:rPr lang="en-US" sz="3200" b="0" i="0" u="none" strike="noStrike" cap="none">
                <a:solidFill>
                  <a:srgbClr val="C00000"/>
                </a:solidFill>
                <a:latin typeface="Calibri"/>
                <a:ea typeface="Calibri"/>
                <a:cs typeface="Calibri"/>
                <a:sym typeface="Calibri"/>
              </a:rPr>
              <a:t>purpose</a:t>
            </a:r>
            <a:r>
              <a:rPr lang="en-US" sz="3200" b="0" i="0" u="none" strike="noStrike" cap="none">
                <a:solidFill>
                  <a:schemeClr val="dk1"/>
                </a:solidFill>
                <a:latin typeface="Calibri"/>
                <a:ea typeface="Calibri"/>
                <a:cs typeface="Calibri"/>
                <a:sym typeface="Calibri"/>
              </a:rPr>
              <a:t> of language is simply that it must convey meaning.</a:t>
            </a:r>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rgbClr val="FF0000"/>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Whatever can be said, can be said </a:t>
            </a:r>
            <a:r>
              <a:rPr lang="en-US" sz="3200" b="0" i="0" u="none" strike="noStrike" cap="none">
                <a:solidFill>
                  <a:srgbClr val="C00000"/>
                </a:solidFill>
                <a:latin typeface="Calibri"/>
                <a:ea typeface="Calibri"/>
                <a:cs typeface="Calibri"/>
                <a:sym typeface="Calibri"/>
              </a:rPr>
              <a:t>clearly</a:t>
            </a:r>
            <a:r>
              <a:rPr lang="en-US" sz="3200" b="0" i="0" u="none" strike="noStrike" cap="none">
                <a:solidFill>
                  <a:schemeClr val="dk1"/>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A programming language is a </a:t>
            </a:r>
            <a:r>
              <a:rPr lang="en-US" sz="3200" b="0" i="0" u="none" strike="noStrike" cap="none">
                <a:solidFill>
                  <a:srgbClr val="C00000"/>
                </a:solidFill>
                <a:latin typeface="Calibri"/>
                <a:ea typeface="Calibri"/>
                <a:cs typeface="Calibri"/>
                <a:sym typeface="Calibri"/>
              </a:rPr>
              <a:t>notation</a:t>
            </a:r>
            <a:r>
              <a:rPr lang="en-US" sz="3200" b="0" i="0" u="none" strike="noStrike" cap="none">
                <a:solidFill>
                  <a:schemeClr val="dk1"/>
                </a:solidFill>
                <a:latin typeface="Calibri"/>
                <a:ea typeface="Calibri"/>
                <a:cs typeface="Calibri"/>
                <a:sym typeface="Calibri"/>
              </a:rPr>
              <a:t> for writing programs.</a:t>
            </a:r>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a:p>
            <a:pPr marL="914400" marR="0" lvl="1"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A </a:t>
            </a:r>
            <a:r>
              <a:rPr lang="en-US" sz="3200" b="0" i="0" u="none" strike="noStrike" cap="none">
                <a:solidFill>
                  <a:srgbClr val="FF0000"/>
                </a:solidFill>
                <a:latin typeface="Calibri"/>
                <a:ea typeface="Calibri"/>
                <a:cs typeface="Calibri"/>
                <a:sym typeface="Calibri"/>
              </a:rPr>
              <a:t>computer program </a:t>
            </a:r>
            <a:r>
              <a:rPr lang="en-US" sz="3200" b="0" i="0" u="none" strike="noStrike" cap="none">
                <a:solidFill>
                  <a:schemeClr val="dk1"/>
                </a:solidFill>
                <a:latin typeface="Calibri"/>
                <a:ea typeface="Calibri"/>
                <a:cs typeface="Calibri"/>
                <a:sym typeface="Calibri"/>
              </a:rPr>
              <a:t>is a collection of instructions that can be executed by a computer to perform a </a:t>
            </a:r>
            <a:r>
              <a:rPr lang="en-US" sz="3200" b="0" i="0" u="none" strike="noStrike" cap="none">
                <a:solidFill>
                  <a:srgbClr val="C00000"/>
                </a:solidFill>
                <a:latin typeface="Calibri"/>
                <a:ea typeface="Calibri"/>
                <a:cs typeface="Calibri"/>
                <a:sym typeface="Calibri"/>
              </a:rPr>
              <a:t>specific task</a:t>
            </a:r>
            <a:r>
              <a:rPr lang="en-US" sz="3200" b="0" i="0" u="none" strike="noStrike" cap="none">
                <a:solidFill>
                  <a:schemeClr val="dk1"/>
                </a:solidFill>
                <a:latin typeface="Calibri"/>
                <a:ea typeface="Calibri"/>
                <a:cs typeface="Calibri"/>
                <a:sym typeface="Calibri"/>
              </a:rPr>
              <a:t>. A computer program is usually written by a computer programmer in a </a:t>
            </a:r>
            <a:r>
              <a:rPr lang="en-US" sz="3200" b="0" i="0" u="none" strike="noStrike" cap="none">
                <a:solidFill>
                  <a:srgbClr val="FF0000"/>
                </a:solidFill>
                <a:latin typeface="Calibri"/>
                <a:ea typeface="Calibri"/>
                <a:cs typeface="Calibri"/>
                <a:sym typeface="Calibri"/>
              </a:rPr>
              <a:t>programming language</a:t>
            </a:r>
            <a:r>
              <a:rPr lang="en-US" sz="3200" b="0" i="0" u="none" strike="noStrike" cap="none">
                <a:solidFill>
                  <a:schemeClr val="dk1"/>
                </a:solidFill>
                <a:latin typeface="Calibri"/>
                <a:ea typeface="Calibri"/>
                <a:cs typeface="Calibri"/>
                <a:sym typeface="Calibri"/>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8"/>
          <p:cNvSpPr txBox="1">
            <a:spLocks noGrp="1"/>
          </p:cNvSpPr>
          <p:nvPr>
            <p:ph type="title"/>
          </p:nvPr>
        </p:nvSpPr>
        <p:spPr>
          <a:xfrm>
            <a:off x="197429" y="57309"/>
            <a:ext cx="11407335"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a:t>Introduction of paradigm and programming paradigms</a:t>
            </a:r>
            <a:endParaRPr/>
          </a:p>
        </p:txBody>
      </p:sp>
      <p:sp>
        <p:nvSpPr>
          <p:cNvPr id="147" name="Google Shape;147;p18"/>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4</a:t>
            </a:fld>
            <a:endParaRPr>
              <a:latin typeface="Calibri"/>
              <a:ea typeface="Calibri"/>
              <a:cs typeface="Calibri"/>
              <a:sym typeface="Calibri"/>
            </a:endParaRPr>
          </a:p>
        </p:txBody>
      </p:sp>
      <p:sp>
        <p:nvSpPr>
          <p:cNvPr id="148" name="Google Shape;148;p18"/>
          <p:cNvSpPr/>
          <p:nvPr/>
        </p:nvSpPr>
        <p:spPr>
          <a:xfrm>
            <a:off x="248229" y="1569720"/>
            <a:ext cx="11356535" cy="452431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Courier New"/>
              <a:buChar char="o"/>
            </a:pPr>
            <a:r>
              <a:rPr lang="en-US" sz="3200" b="1" i="0" u="none" strike="noStrike" cap="none">
                <a:solidFill>
                  <a:schemeClr val="dk1"/>
                </a:solidFill>
                <a:latin typeface="Calibri"/>
                <a:ea typeface="Calibri"/>
                <a:cs typeface="Calibri"/>
                <a:sym typeface="Calibri"/>
              </a:rPr>
              <a:t>Paradigm</a:t>
            </a:r>
            <a:r>
              <a:rPr lang="en-US" sz="3200" b="0" i="0" u="none" strike="noStrike" cap="none">
                <a:solidFill>
                  <a:schemeClr val="dk1"/>
                </a:solidFill>
                <a:latin typeface="Calibri"/>
                <a:ea typeface="Calibri"/>
                <a:cs typeface="Calibri"/>
                <a:sym typeface="Calibri"/>
              </a:rPr>
              <a:t> can also be termed as method to solve some problem or do some task. </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Programming paradigm is an approach to solve problem using some programming language.</a:t>
            </a:r>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Also we can say it is a method to solve a problem using tools and techniques that are available. </a:t>
            </a:r>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9"/>
          <p:cNvSpPr txBox="1">
            <a:spLocks noGrp="1"/>
          </p:cNvSpPr>
          <p:nvPr>
            <p:ph type="title"/>
          </p:nvPr>
        </p:nvSpPr>
        <p:spPr>
          <a:xfrm>
            <a:off x="197429" y="131757"/>
            <a:ext cx="10871200"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a:t>Introduction of paradigm and programming paradigms</a:t>
            </a:r>
            <a:endParaRPr b="1"/>
          </a:p>
        </p:txBody>
      </p:sp>
      <p:sp>
        <p:nvSpPr>
          <p:cNvPr id="155" name="Google Shape;155;p19"/>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5</a:t>
            </a:fld>
            <a:endParaRPr>
              <a:latin typeface="Calibri"/>
              <a:ea typeface="Calibri"/>
              <a:cs typeface="Calibri"/>
              <a:sym typeface="Calibri"/>
            </a:endParaRPr>
          </a:p>
        </p:txBody>
      </p:sp>
      <p:sp>
        <p:nvSpPr>
          <p:cNvPr id="156" name="Google Shape;156;p19"/>
          <p:cNvSpPr/>
          <p:nvPr/>
        </p:nvSpPr>
        <p:spPr>
          <a:xfrm>
            <a:off x="197429" y="1851064"/>
            <a:ext cx="5342288" cy="5016758"/>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Courier New"/>
              <a:buChar char="o"/>
            </a:pPr>
            <a:r>
              <a:rPr lang="en-US" sz="3200" b="0" i="0" u="none" strike="noStrike" cap="none">
                <a:solidFill>
                  <a:schemeClr val="dk1"/>
                </a:solidFill>
                <a:latin typeface="Calibri"/>
                <a:ea typeface="Calibri"/>
                <a:cs typeface="Calibri"/>
                <a:sym typeface="Calibri"/>
              </a:rPr>
              <a:t>There are lots for programming language that are known but all of them need to follow some strategy when they are implemented and this methodology/strategy is paradigms. </a:t>
            </a:r>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Courier New"/>
              <a:buNone/>
            </a:pPr>
            <a:endParaRPr sz="3200" b="0" i="0" u="none" strike="noStrike" cap="none">
              <a:solidFill>
                <a:schemeClr val="dk1"/>
              </a:solidFill>
              <a:latin typeface="Calibri"/>
              <a:ea typeface="Calibri"/>
              <a:cs typeface="Calibri"/>
              <a:sym typeface="Calibri"/>
            </a:endParaRPr>
          </a:p>
        </p:txBody>
      </p:sp>
      <p:pic>
        <p:nvPicPr>
          <p:cNvPr id="157" name="Google Shape;157;p19" descr="https://media.geeksforgeeks.org/wp-content/uploads/1-330.png"/>
          <p:cNvPicPr preferRelativeResize="0"/>
          <p:nvPr/>
        </p:nvPicPr>
        <p:blipFill rotWithShape="1">
          <a:blip r:embed="rId3">
            <a:alphaModFix/>
          </a:blip>
          <a:srcRect/>
          <a:stretch/>
        </p:blipFill>
        <p:spPr>
          <a:xfrm>
            <a:off x="6240379" y="1851063"/>
            <a:ext cx="4828250" cy="47101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0"/>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Programming Languages</a:t>
            </a:r>
            <a:endParaRPr/>
          </a:p>
        </p:txBody>
      </p:sp>
      <p:sp>
        <p:nvSpPr>
          <p:cNvPr id="164" name="Google Shape;164;p20"/>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6</a:t>
            </a:fld>
            <a:endParaRPr>
              <a:latin typeface="Calibri"/>
              <a:ea typeface="Calibri"/>
              <a:cs typeface="Calibri"/>
              <a:sym typeface="Calibri"/>
            </a:endParaRPr>
          </a:p>
        </p:txBody>
      </p:sp>
      <p:sp>
        <p:nvSpPr>
          <p:cNvPr id="165" name="Google Shape;165;p20"/>
          <p:cNvSpPr/>
          <p:nvPr/>
        </p:nvSpPr>
        <p:spPr>
          <a:xfrm>
            <a:off x="944384" y="1733053"/>
            <a:ext cx="10620431" cy="255454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Machine language</a:t>
            </a:r>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Unstructured programming languages</a:t>
            </a:r>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Procedural programming languages</a:t>
            </a:r>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Structured oriented programming languages</a:t>
            </a:r>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Object oriented programming languages</a:t>
            </a:r>
            <a:endParaRPr sz="3200" b="0" i="0" u="none" strike="noStrike" cap="none">
              <a:solidFill>
                <a:schemeClr val="dk1"/>
              </a:solidFill>
              <a:latin typeface="Calibri"/>
              <a:ea typeface="Calibri"/>
              <a:cs typeface="Calibri"/>
              <a:sym typeface="Calibri"/>
            </a:endParaRPr>
          </a:p>
        </p:txBody>
      </p:sp>
      <p:grpSp>
        <p:nvGrpSpPr>
          <p:cNvPr id="166" name="Google Shape;166;p20"/>
          <p:cNvGrpSpPr/>
          <p:nvPr/>
        </p:nvGrpSpPr>
        <p:grpSpPr>
          <a:xfrm>
            <a:off x="766053" y="4512188"/>
            <a:ext cx="10734712" cy="1703627"/>
            <a:chOff x="1503992" y="3244858"/>
            <a:chExt cx="10734712" cy="1703627"/>
          </a:xfrm>
        </p:grpSpPr>
        <p:sp>
          <p:nvSpPr>
            <p:cNvPr id="167" name="Google Shape;167;p20"/>
            <p:cNvSpPr/>
            <p:nvPr/>
          </p:nvSpPr>
          <p:spPr>
            <a:xfrm>
              <a:off x="1503992" y="3244858"/>
              <a:ext cx="1411704" cy="1696109"/>
            </a:xfrm>
            <a:prstGeom prst="roundRect">
              <a:avLst>
                <a:gd name="adj" fmla="val 16667"/>
              </a:avLst>
            </a:prstGeom>
            <a:solidFill>
              <a:srgbClr val="BAE8D4"/>
            </a:solidFill>
            <a:ln w="10000" cap="flat" cmpd="sng">
              <a:solidFill>
                <a:schemeClr val="accent4"/>
              </a:solidFill>
              <a:prstDash val="solid"/>
              <a:round/>
              <a:headEnd type="none" w="sm" len="sm"/>
              <a:tailEnd type="none" w="sm" len="sm"/>
            </a:ln>
            <a:effectLst>
              <a:outerShdw blurRad="38100" dist="30000" dir="5400000" rotWithShape="0">
                <a:srgbClr val="000000">
                  <a:alpha val="4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Machine </a:t>
              </a:r>
              <a:endParaRPr/>
            </a:p>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Language</a:t>
              </a:r>
              <a:endParaRPr sz="1800" b="1" i="0" u="none" strike="noStrike" cap="none">
                <a:solidFill>
                  <a:schemeClr val="dk1"/>
                </a:solidFill>
                <a:latin typeface="Calibri"/>
                <a:ea typeface="Calibri"/>
                <a:cs typeface="Calibri"/>
                <a:sym typeface="Calibri"/>
              </a:endParaRPr>
            </a:p>
          </p:txBody>
        </p:sp>
        <p:sp>
          <p:nvSpPr>
            <p:cNvPr id="168" name="Google Shape;168;p20"/>
            <p:cNvSpPr/>
            <p:nvPr/>
          </p:nvSpPr>
          <p:spPr>
            <a:xfrm>
              <a:off x="3308095" y="3252376"/>
              <a:ext cx="1955807" cy="1696109"/>
            </a:xfrm>
            <a:prstGeom prst="roundRect">
              <a:avLst>
                <a:gd name="adj" fmla="val 16667"/>
              </a:avLst>
            </a:prstGeom>
            <a:solidFill>
              <a:srgbClr val="BAE8D4"/>
            </a:solidFill>
            <a:ln w="10000" cap="flat" cmpd="sng">
              <a:solidFill>
                <a:schemeClr val="accent4"/>
              </a:solidFill>
              <a:prstDash val="solid"/>
              <a:round/>
              <a:headEnd type="none" w="sm" len="sm"/>
              <a:tailEnd type="none" w="sm" len="sm"/>
            </a:ln>
            <a:effectLst>
              <a:outerShdw blurRad="38100" dist="30000" dir="5400000" rotWithShape="0">
                <a:srgbClr val="000000">
                  <a:alpha val="4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Unstructured programming languages</a:t>
              </a:r>
              <a:endParaRPr/>
            </a:p>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e.g. assembly </a:t>
              </a:r>
              <a:endParaRPr/>
            </a:p>
          </p:txBody>
        </p:sp>
        <p:sp>
          <p:nvSpPr>
            <p:cNvPr id="169" name="Google Shape;169;p20"/>
            <p:cNvSpPr/>
            <p:nvPr/>
          </p:nvSpPr>
          <p:spPr>
            <a:xfrm>
              <a:off x="5633029" y="3244860"/>
              <a:ext cx="1955807" cy="1696109"/>
            </a:xfrm>
            <a:prstGeom prst="roundRect">
              <a:avLst>
                <a:gd name="adj" fmla="val 16667"/>
              </a:avLst>
            </a:prstGeom>
            <a:solidFill>
              <a:srgbClr val="BAE8D4"/>
            </a:solidFill>
            <a:ln w="10000" cap="flat" cmpd="sng">
              <a:solidFill>
                <a:schemeClr val="accent4"/>
              </a:solidFill>
              <a:prstDash val="solid"/>
              <a:round/>
              <a:headEnd type="none" w="sm" len="sm"/>
              <a:tailEnd type="none" w="sm" len="sm"/>
            </a:ln>
            <a:effectLst>
              <a:outerShdw blurRad="38100" dist="30000" dir="5400000" rotWithShape="0">
                <a:srgbClr val="000000">
                  <a:alpha val="4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Procedural programming languages </a:t>
              </a:r>
              <a:endParaRPr/>
            </a:p>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e.g. FORTRAN, COBOL</a:t>
              </a:r>
              <a:endParaRPr/>
            </a:p>
          </p:txBody>
        </p:sp>
        <p:sp>
          <p:nvSpPr>
            <p:cNvPr id="170" name="Google Shape;170;p20"/>
            <p:cNvSpPr/>
            <p:nvPr/>
          </p:nvSpPr>
          <p:spPr>
            <a:xfrm>
              <a:off x="8055175" y="3244859"/>
              <a:ext cx="1955807" cy="1696109"/>
            </a:xfrm>
            <a:prstGeom prst="roundRect">
              <a:avLst>
                <a:gd name="adj" fmla="val 16667"/>
              </a:avLst>
            </a:prstGeom>
            <a:solidFill>
              <a:srgbClr val="BAE8D4"/>
            </a:solidFill>
            <a:ln w="10000" cap="flat" cmpd="sng">
              <a:solidFill>
                <a:schemeClr val="accent4"/>
              </a:solidFill>
              <a:prstDash val="solid"/>
              <a:round/>
              <a:headEnd type="none" w="sm" len="sm"/>
              <a:tailEnd type="none" w="sm" len="sm"/>
            </a:ln>
            <a:effectLst>
              <a:outerShdw blurRad="38100" dist="30000" dir="5400000" rotWithShape="0">
                <a:srgbClr val="000000">
                  <a:alpha val="4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Structured programming languages </a:t>
              </a:r>
              <a:endParaRPr/>
            </a:p>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e.g. C and PASCAL</a:t>
              </a:r>
              <a:endParaRPr/>
            </a:p>
          </p:txBody>
        </p:sp>
        <p:sp>
          <p:nvSpPr>
            <p:cNvPr id="171" name="Google Shape;171;p20"/>
            <p:cNvSpPr/>
            <p:nvPr/>
          </p:nvSpPr>
          <p:spPr>
            <a:xfrm>
              <a:off x="10282897" y="3244858"/>
              <a:ext cx="1955807" cy="1696109"/>
            </a:xfrm>
            <a:prstGeom prst="roundRect">
              <a:avLst>
                <a:gd name="adj" fmla="val 16667"/>
              </a:avLst>
            </a:prstGeom>
            <a:solidFill>
              <a:srgbClr val="BAE8D4"/>
            </a:solidFill>
            <a:ln w="10000" cap="flat" cmpd="sng">
              <a:solidFill>
                <a:schemeClr val="accent4"/>
              </a:solidFill>
              <a:prstDash val="solid"/>
              <a:round/>
              <a:headEnd type="none" w="sm" len="sm"/>
              <a:tailEnd type="none" w="sm" len="sm"/>
            </a:ln>
            <a:effectLst>
              <a:outerShdw blurRad="38100" dist="30000" dir="5400000" rotWithShape="0">
                <a:srgbClr val="000000">
                  <a:alpha val="4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Object oriented programming languages </a:t>
              </a:r>
              <a:endParaRPr/>
            </a:p>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e.g. C++ JAVA</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title"/>
          </p:nvPr>
        </p:nvSpPr>
        <p:spPr>
          <a:xfrm>
            <a:off x="151897" y="228600"/>
            <a:ext cx="11510713" cy="9906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2"/>
              </a:buClr>
              <a:buSzPct val="100000"/>
              <a:buFont typeface="Calibri"/>
              <a:buNone/>
            </a:pPr>
            <a:r>
              <a:rPr lang="en-US"/>
              <a:t>Overview of programming language types and levels</a:t>
            </a:r>
            <a:endParaRPr/>
          </a:p>
        </p:txBody>
      </p:sp>
      <p:sp>
        <p:nvSpPr>
          <p:cNvPr id="177" name="Google Shape;177;p21"/>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7</a:t>
            </a:fld>
            <a:endParaRPr>
              <a:latin typeface="Calibri"/>
              <a:ea typeface="Calibri"/>
              <a:cs typeface="Calibri"/>
              <a:sym typeface="Calibri"/>
            </a:endParaRPr>
          </a:p>
        </p:txBody>
      </p:sp>
      <p:pic>
        <p:nvPicPr>
          <p:cNvPr id="178" name="Google Shape;178;p21"/>
          <p:cNvPicPr preferRelativeResize="0"/>
          <p:nvPr/>
        </p:nvPicPr>
        <p:blipFill rotWithShape="1">
          <a:blip r:embed="rId3">
            <a:alphaModFix/>
          </a:blip>
          <a:srcRect/>
          <a:stretch/>
        </p:blipFill>
        <p:spPr>
          <a:xfrm>
            <a:off x="603348" y="1516698"/>
            <a:ext cx="10435792" cy="52209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2"/>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8</a:t>
            </a:fld>
            <a:endParaRPr>
              <a:latin typeface="Calibri"/>
              <a:ea typeface="Calibri"/>
              <a:cs typeface="Calibri"/>
              <a:sym typeface="Calibri"/>
            </a:endParaRPr>
          </a:p>
        </p:txBody>
      </p:sp>
      <p:sp>
        <p:nvSpPr>
          <p:cNvPr id="185" name="Google Shape;185;p22"/>
          <p:cNvSpPr/>
          <p:nvPr/>
        </p:nvSpPr>
        <p:spPr>
          <a:xfrm>
            <a:off x="355600" y="1784839"/>
            <a:ext cx="10620431" cy="452431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1" i="0" u="none" strike="noStrike" cap="none">
                <a:solidFill>
                  <a:schemeClr val="dk1"/>
                </a:solidFill>
                <a:latin typeface="Calibri"/>
                <a:ea typeface="Calibri"/>
                <a:cs typeface="Calibri"/>
                <a:sym typeface="Calibri"/>
              </a:rPr>
              <a:t>Machine language</a:t>
            </a:r>
            <a:r>
              <a:rPr lang="en-US" sz="3200" b="0" i="0" u="none" strike="noStrike" cap="none">
                <a:solidFill>
                  <a:schemeClr val="dk1"/>
                </a:solidFill>
                <a:latin typeface="Calibri"/>
                <a:ea typeface="Calibri"/>
                <a:cs typeface="Calibri"/>
                <a:sym typeface="Calibri"/>
              </a:rPr>
              <a:t> is the </a:t>
            </a:r>
            <a:r>
              <a:rPr lang="en-US" sz="3200" b="1" i="0" u="none" strike="noStrike" cap="none">
                <a:solidFill>
                  <a:schemeClr val="dk1"/>
                </a:solidFill>
                <a:latin typeface="Calibri"/>
                <a:ea typeface="Calibri"/>
                <a:cs typeface="Calibri"/>
                <a:sym typeface="Calibri"/>
              </a:rPr>
              <a:t>language</a:t>
            </a:r>
            <a:r>
              <a:rPr lang="en-US" sz="3200" b="0" i="0" u="none" strike="noStrike" cap="none">
                <a:solidFill>
                  <a:schemeClr val="dk1"/>
                </a:solidFill>
                <a:latin typeface="Calibri"/>
                <a:ea typeface="Calibri"/>
                <a:cs typeface="Calibri"/>
                <a:sym typeface="Calibri"/>
              </a:rPr>
              <a:t> understood by a </a:t>
            </a:r>
            <a:r>
              <a:rPr lang="en-US" sz="3200" b="1" i="0" u="none" strike="noStrike" cap="none">
                <a:solidFill>
                  <a:schemeClr val="dk1"/>
                </a:solidFill>
                <a:latin typeface="Calibri"/>
                <a:ea typeface="Calibri"/>
                <a:cs typeface="Calibri"/>
                <a:sym typeface="Calibri"/>
              </a:rPr>
              <a:t>computer</a:t>
            </a:r>
            <a:r>
              <a:rPr lang="en-US" sz="3200" b="0" i="0" u="none" strike="noStrike" cap="none">
                <a:solidFill>
                  <a:schemeClr val="dk1"/>
                </a:solidFill>
                <a:latin typeface="Calibri"/>
                <a:ea typeface="Calibri"/>
                <a:cs typeface="Calibri"/>
                <a:sym typeface="Calibri"/>
              </a:rPr>
              <a:t>. </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Very difficult to understand, but it is the only thing that the </a:t>
            </a:r>
            <a:r>
              <a:rPr lang="en-US" sz="3200" b="1" i="0" u="none" strike="noStrike" cap="none">
                <a:solidFill>
                  <a:schemeClr val="dk1"/>
                </a:solidFill>
                <a:latin typeface="Calibri"/>
                <a:ea typeface="Calibri"/>
                <a:cs typeface="Calibri"/>
                <a:sym typeface="Calibri"/>
              </a:rPr>
              <a:t>computer</a:t>
            </a:r>
            <a:r>
              <a:rPr lang="en-US" sz="3200" b="0" i="0" u="none" strike="noStrike" cap="none">
                <a:solidFill>
                  <a:schemeClr val="dk1"/>
                </a:solidFill>
                <a:latin typeface="Calibri"/>
                <a:ea typeface="Calibri"/>
                <a:cs typeface="Calibri"/>
                <a:sym typeface="Calibri"/>
              </a:rPr>
              <a:t> can work with. </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All programs and programming </a:t>
            </a:r>
            <a:r>
              <a:rPr lang="en-US" sz="3200" b="1" i="0" u="none" strike="noStrike" cap="none">
                <a:solidFill>
                  <a:schemeClr val="dk1"/>
                </a:solidFill>
                <a:latin typeface="Calibri"/>
                <a:ea typeface="Calibri"/>
                <a:cs typeface="Calibri"/>
                <a:sym typeface="Calibri"/>
              </a:rPr>
              <a:t>languages</a:t>
            </a:r>
            <a:r>
              <a:rPr lang="en-US" sz="3200" b="0" i="0" u="none" strike="noStrike" cap="none">
                <a:solidFill>
                  <a:schemeClr val="dk1"/>
                </a:solidFill>
                <a:latin typeface="Calibri"/>
                <a:ea typeface="Calibri"/>
                <a:cs typeface="Calibri"/>
                <a:sym typeface="Calibri"/>
              </a:rPr>
              <a:t> eventually generate or run programs in </a:t>
            </a:r>
            <a:r>
              <a:rPr lang="en-US" sz="3200" b="1" i="0" u="none" strike="noStrike" cap="none">
                <a:solidFill>
                  <a:schemeClr val="dk1"/>
                </a:solidFill>
                <a:latin typeface="Calibri"/>
                <a:ea typeface="Calibri"/>
                <a:cs typeface="Calibri"/>
                <a:sym typeface="Calibri"/>
              </a:rPr>
              <a:t>machine language</a:t>
            </a:r>
            <a:r>
              <a:rPr lang="en-US" sz="3200" b="0" i="0" u="none" strike="noStrike" cap="none">
                <a:solidFill>
                  <a:schemeClr val="dk1"/>
                </a:solidFill>
                <a:latin typeface="Calibri"/>
                <a:ea typeface="Calibri"/>
                <a:cs typeface="Calibri"/>
                <a:sym typeface="Calibri"/>
              </a:rPr>
              <a:t>.</a:t>
            </a:r>
            <a:endParaRPr sz="32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3200" b="0" i="0" u="none" strike="noStrike" cap="none">
              <a:solidFill>
                <a:srgbClr val="FF0000"/>
              </a:solidFill>
              <a:latin typeface="Calibri"/>
              <a:ea typeface="Calibri"/>
              <a:cs typeface="Calibri"/>
              <a:sym typeface="Calibri"/>
            </a:endParaRPr>
          </a:p>
        </p:txBody>
      </p:sp>
      <p:sp>
        <p:nvSpPr>
          <p:cNvPr id="186" name="Google Shape;186;p22"/>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Machine language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3"/>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9</a:t>
            </a:fld>
            <a:endParaRPr>
              <a:latin typeface="Calibri"/>
              <a:ea typeface="Calibri"/>
              <a:cs typeface="Calibri"/>
              <a:sym typeface="Calibri"/>
            </a:endParaRPr>
          </a:p>
        </p:txBody>
      </p:sp>
      <p:sp>
        <p:nvSpPr>
          <p:cNvPr id="193" name="Google Shape;193;p23"/>
          <p:cNvSpPr/>
          <p:nvPr/>
        </p:nvSpPr>
        <p:spPr>
          <a:xfrm>
            <a:off x="88664" y="1784839"/>
            <a:ext cx="11595768" cy="255454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1" i="0" u="none" strike="noStrike" cap="none">
                <a:solidFill>
                  <a:schemeClr val="dk1"/>
                </a:solidFill>
                <a:latin typeface="Calibri"/>
                <a:ea typeface="Calibri"/>
                <a:cs typeface="Calibri"/>
                <a:sym typeface="Calibri"/>
              </a:rPr>
              <a:t>Machine code</a:t>
            </a:r>
            <a:r>
              <a:rPr lang="en-US" sz="3200" b="0" i="0" u="none" strike="noStrike" cap="none">
                <a:solidFill>
                  <a:schemeClr val="dk1"/>
                </a:solidFill>
                <a:latin typeface="Calibri"/>
                <a:ea typeface="Calibri"/>
                <a:cs typeface="Calibri"/>
                <a:sym typeface="Calibri"/>
              </a:rPr>
              <a:t>, consisting of </a:t>
            </a:r>
            <a:r>
              <a:rPr lang="en-US" sz="3200" b="1" i="0" u="none" strike="noStrike" cap="none">
                <a:solidFill>
                  <a:schemeClr val="dk1"/>
                </a:solidFill>
                <a:latin typeface="Calibri"/>
                <a:ea typeface="Calibri"/>
                <a:cs typeface="Calibri"/>
                <a:sym typeface="Calibri"/>
              </a:rPr>
              <a:t>machine language</a:t>
            </a:r>
            <a:r>
              <a:rPr lang="en-US" sz="3200" b="0" i="0" u="none" strike="noStrike" cap="none">
                <a:solidFill>
                  <a:schemeClr val="dk1"/>
                </a:solidFill>
                <a:latin typeface="Calibri"/>
                <a:ea typeface="Calibri"/>
                <a:cs typeface="Calibri"/>
                <a:sym typeface="Calibri"/>
              </a:rPr>
              <a:t> instructions, is a low-level </a:t>
            </a:r>
            <a:r>
              <a:rPr lang="en-US" sz="3200" b="1" i="0" u="none" strike="noStrike" cap="none">
                <a:solidFill>
                  <a:schemeClr val="dk1"/>
                </a:solidFill>
                <a:latin typeface="Calibri"/>
                <a:ea typeface="Calibri"/>
                <a:cs typeface="Calibri"/>
                <a:sym typeface="Calibri"/>
              </a:rPr>
              <a:t>programming language</a:t>
            </a:r>
            <a:r>
              <a:rPr lang="en-US" sz="3200" b="0" i="0" u="none" strike="noStrike" cap="none">
                <a:solidFill>
                  <a:schemeClr val="dk1"/>
                </a:solidFill>
                <a:latin typeface="Calibri"/>
                <a:ea typeface="Calibri"/>
                <a:cs typeface="Calibri"/>
                <a:sym typeface="Calibri"/>
              </a:rPr>
              <a:t> used to directly control a </a:t>
            </a:r>
            <a:r>
              <a:rPr lang="en-US" sz="3200" b="1" i="0" u="none" strike="noStrike" cap="none">
                <a:solidFill>
                  <a:schemeClr val="dk1"/>
                </a:solidFill>
                <a:latin typeface="Calibri"/>
                <a:ea typeface="Calibri"/>
                <a:cs typeface="Calibri"/>
                <a:sym typeface="Calibri"/>
              </a:rPr>
              <a:t>computer's</a:t>
            </a:r>
            <a:r>
              <a:rPr lang="en-US" sz="3200" b="0" i="0" u="none" strike="noStrike" cap="none">
                <a:solidFill>
                  <a:schemeClr val="dk1"/>
                </a:solidFill>
                <a:latin typeface="Calibri"/>
                <a:ea typeface="Calibri"/>
                <a:cs typeface="Calibri"/>
                <a:sym typeface="Calibri"/>
              </a:rPr>
              <a:t> central processing unit (CPU).</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rgbClr val="FF0000"/>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1" i="0" u="none" strike="noStrike" cap="none">
                <a:solidFill>
                  <a:schemeClr val="dk1"/>
                </a:solidFill>
                <a:latin typeface="Calibri"/>
                <a:ea typeface="Calibri"/>
                <a:cs typeface="Calibri"/>
                <a:sym typeface="Calibri"/>
              </a:rPr>
              <a:t>Machine language</a:t>
            </a:r>
            <a:r>
              <a:rPr lang="en-US" sz="3200" b="0" i="0" u="none" strike="noStrike" cap="none">
                <a:solidFill>
                  <a:schemeClr val="dk1"/>
                </a:solidFill>
                <a:latin typeface="Calibri"/>
                <a:ea typeface="Calibri"/>
                <a:cs typeface="Calibri"/>
                <a:sym typeface="Calibri"/>
              </a:rPr>
              <a:t> can only be represented by 0s and 1s.  </a:t>
            </a:r>
            <a:endParaRPr sz="3200" b="0" i="0" u="none" strike="noStrike" cap="none">
              <a:solidFill>
                <a:srgbClr val="FF0000"/>
              </a:solidFill>
              <a:latin typeface="Calibri"/>
              <a:ea typeface="Calibri"/>
              <a:cs typeface="Calibri"/>
              <a:sym typeface="Calibri"/>
            </a:endParaRPr>
          </a:p>
        </p:txBody>
      </p:sp>
      <p:sp>
        <p:nvSpPr>
          <p:cNvPr id="194" name="Google Shape;194;p23"/>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Machine language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10</a:t>
            </a:fld>
            <a:endParaRPr>
              <a:latin typeface="Calibri"/>
              <a:ea typeface="Calibri"/>
              <a:cs typeface="Calibri"/>
              <a:sym typeface="Calibri"/>
            </a:endParaRPr>
          </a:p>
        </p:txBody>
      </p:sp>
      <p:sp>
        <p:nvSpPr>
          <p:cNvPr id="201" name="Google Shape;201;p24"/>
          <p:cNvSpPr/>
          <p:nvPr/>
        </p:nvSpPr>
        <p:spPr>
          <a:xfrm>
            <a:off x="88664" y="1784839"/>
            <a:ext cx="11595768" cy="255454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1" i="0" u="none" strike="noStrike" cap="none">
                <a:solidFill>
                  <a:schemeClr val="dk1"/>
                </a:solidFill>
                <a:latin typeface="Calibri"/>
                <a:ea typeface="Calibri"/>
                <a:cs typeface="Calibri"/>
                <a:sym typeface="Calibri"/>
              </a:rPr>
              <a:t>Assembly language</a:t>
            </a:r>
            <a:r>
              <a:rPr lang="en-US" sz="3200" b="0" i="0" u="none" strike="noStrike" cap="none">
                <a:solidFill>
                  <a:schemeClr val="dk1"/>
                </a:solidFill>
                <a:latin typeface="Calibri"/>
                <a:ea typeface="Calibri"/>
                <a:cs typeface="Calibri"/>
                <a:sym typeface="Calibri"/>
              </a:rPr>
              <a:t> is the more than low level and less than high-level </a:t>
            </a:r>
            <a:r>
              <a:rPr lang="en-US" sz="3200" b="1" i="0" u="none" strike="noStrike" cap="none">
                <a:solidFill>
                  <a:schemeClr val="dk1"/>
                </a:solidFill>
                <a:latin typeface="Calibri"/>
                <a:ea typeface="Calibri"/>
                <a:cs typeface="Calibri"/>
                <a:sym typeface="Calibri"/>
              </a:rPr>
              <a:t>language</a:t>
            </a:r>
            <a:r>
              <a:rPr lang="en-US" sz="3200" b="0" i="0" u="none" strike="noStrike" cap="none">
                <a:solidFill>
                  <a:schemeClr val="dk1"/>
                </a:solidFill>
                <a:latin typeface="Calibri"/>
                <a:ea typeface="Calibri"/>
                <a:cs typeface="Calibri"/>
                <a:sym typeface="Calibri"/>
              </a:rPr>
              <a:t> so it is intermediary </a:t>
            </a:r>
            <a:r>
              <a:rPr lang="en-US" sz="3200" b="1" i="0" u="none" strike="noStrike" cap="none">
                <a:solidFill>
                  <a:schemeClr val="dk1"/>
                </a:solidFill>
                <a:latin typeface="Calibri"/>
                <a:ea typeface="Calibri"/>
                <a:cs typeface="Calibri"/>
                <a:sym typeface="Calibri"/>
              </a:rPr>
              <a:t>language</a:t>
            </a:r>
            <a:r>
              <a:rPr lang="en-US" sz="3200" b="0" i="0" u="none" strike="noStrike" cap="none">
                <a:solidFill>
                  <a:schemeClr val="dk1"/>
                </a:solidFill>
                <a:latin typeface="Calibri"/>
                <a:ea typeface="Calibri"/>
                <a:cs typeface="Calibri"/>
                <a:sym typeface="Calibri"/>
              </a:rPr>
              <a:t>. </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b="1"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1" i="0" u="none" strike="noStrike" cap="none">
                <a:solidFill>
                  <a:schemeClr val="dk1"/>
                </a:solidFill>
                <a:latin typeface="Calibri"/>
                <a:ea typeface="Calibri"/>
                <a:cs typeface="Calibri"/>
                <a:sym typeface="Calibri"/>
              </a:rPr>
              <a:t>Assembly languages</a:t>
            </a:r>
            <a:r>
              <a:rPr lang="en-US" sz="3200" b="0" i="0" u="none" strike="noStrike" cap="none">
                <a:solidFill>
                  <a:schemeClr val="dk1"/>
                </a:solidFill>
                <a:latin typeface="Calibri"/>
                <a:ea typeface="Calibri"/>
                <a:cs typeface="Calibri"/>
                <a:sym typeface="Calibri"/>
              </a:rPr>
              <a:t> use numbers, symbols, and abbreviations instead of 0s and 1s.</a:t>
            </a:r>
            <a:endParaRPr sz="3200" b="0" i="0" u="none" strike="noStrike" cap="none">
              <a:solidFill>
                <a:srgbClr val="FF0000"/>
              </a:solidFill>
              <a:latin typeface="Calibri"/>
              <a:ea typeface="Calibri"/>
              <a:cs typeface="Calibri"/>
              <a:sym typeface="Calibri"/>
            </a:endParaRPr>
          </a:p>
        </p:txBody>
      </p:sp>
      <p:sp>
        <p:nvSpPr>
          <p:cNvPr id="202" name="Google Shape;202;p24"/>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Assembly language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5"/>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11</a:t>
            </a:fld>
            <a:endParaRPr>
              <a:latin typeface="Calibri"/>
              <a:ea typeface="Calibri"/>
              <a:cs typeface="Calibri"/>
              <a:sym typeface="Calibri"/>
            </a:endParaRPr>
          </a:p>
        </p:txBody>
      </p:sp>
      <p:sp>
        <p:nvSpPr>
          <p:cNvPr id="209" name="Google Shape;209;p25"/>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Machine language vs Assembly language</a:t>
            </a:r>
            <a:endParaRPr/>
          </a:p>
        </p:txBody>
      </p:sp>
      <p:graphicFrame>
        <p:nvGraphicFramePr>
          <p:cNvPr id="210" name="Google Shape;210;p25"/>
          <p:cNvGraphicFramePr/>
          <p:nvPr/>
        </p:nvGraphicFramePr>
        <p:xfrm>
          <a:off x="871620" y="1576828"/>
          <a:ext cx="10085150" cy="5251100"/>
        </p:xfrm>
        <a:graphic>
          <a:graphicData uri="http://schemas.openxmlformats.org/drawingml/2006/table">
            <a:tbl>
              <a:tblPr>
                <a:noFill/>
                <a:tableStyleId>{18A7E54D-189A-4BB6-B8B5-B265EE7889B1}</a:tableStyleId>
              </a:tblPr>
              <a:tblGrid>
                <a:gridCol w="5042575">
                  <a:extLst>
                    <a:ext uri="{9D8B030D-6E8A-4147-A177-3AD203B41FA5}">
                      <a16:colId xmlns:a16="http://schemas.microsoft.com/office/drawing/2014/main" val="20000"/>
                    </a:ext>
                  </a:extLst>
                </a:gridCol>
                <a:gridCol w="5042575">
                  <a:extLst>
                    <a:ext uri="{9D8B030D-6E8A-4147-A177-3AD203B41FA5}">
                      <a16:colId xmlns:a16="http://schemas.microsoft.com/office/drawing/2014/main" val="20001"/>
                    </a:ext>
                  </a:extLst>
                </a:gridCol>
              </a:tblGrid>
              <a:tr h="330475">
                <a:tc>
                  <a:txBody>
                    <a:bodyPr/>
                    <a:lstStyle/>
                    <a:p>
                      <a:pPr marL="0" marR="0" lvl="0" indent="0" algn="l" rtl="0">
                        <a:spcBef>
                          <a:spcPts val="0"/>
                        </a:spcBef>
                        <a:spcAft>
                          <a:spcPts val="0"/>
                        </a:spcAft>
                        <a:buNone/>
                      </a:pPr>
                      <a:r>
                        <a:rPr lang="en-US" sz="2000" b="1" u="none" strike="noStrike" cap="none"/>
                        <a:t>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6EBD9"/>
                    </a:solidFill>
                  </a:tcPr>
                </a:tc>
                <a:tc>
                  <a:txBody>
                    <a:bodyPr/>
                    <a:lstStyle/>
                    <a:p>
                      <a:pPr marL="0" marR="0" lvl="0" indent="0" algn="l" rtl="0">
                        <a:spcBef>
                          <a:spcPts val="0"/>
                        </a:spcBef>
                        <a:spcAft>
                          <a:spcPts val="0"/>
                        </a:spcAft>
                        <a:buNone/>
                      </a:pPr>
                      <a:r>
                        <a:rPr lang="en-US" sz="2000" b="1"/>
                        <a:t>Assembly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C6EBD9"/>
                    </a:solidFill>
                  </a:tcPr>
                </a:tc>
                <a:extLst>
                  <a:ext uri="{0D108BD9-81ED-4DB2-BD59-A6C34878D82A}">
                    <a16:rowId xmlns:a16="http://schemas.microsoft.com/office/drawing/2014/main" val="10000"/>
                  </a:ext>
                </a:extLst>
              </a:tr>
              <a:tr h="578325">
                <a:tc>
                  <a:txBody>
                    <a:bodyPr/>
                    <a:lstStyle/>
                    <a:p>
                      <a:pPr marL="0" marR="0" lvl="0" indent="0" algn="l" rtl="0">
                        <a:spcBef>
                          <a:spcPts val="0"/>
                        </a:spcBef>
                        <a:spcAft>
                          <a:spcPts val="0"/>
                        </a:spcAft>
                        <a:buNone/>
                      </a:pPr>
                      <a:r>
                        <a:rPr lang="en-US" sz="1600"/>
                        <a:t>Machine language is only understand by the computers.</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Assembly language is only understand by human beings not by the computers.</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826175">
                <a:tc>
                  <a:txBody>
                    <a:bodyPr/>
                    <a:lstStyle/>
                    <a:p>
                      <a:pPr marL="0" marR="0" lvl="0" indent="0" algn="l" rtl="0">
                        <a:spcBef>
                          <a:spcPts val="0"/>
                        </a:spcBef>
                        <a:spcAft>
                          <a:spcPts val="0"/>
                        </a:spcAft>
                        <a:buNone/>
                      </a:pPr>
                      <a:r>
                        <a:rPr lang="en-US" sz="1600"/>
                        <a:t>In machine language data only represented with the help of binary format(0s and 1s), hexadecimal and octadecimal.</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In assembly language data can be represented with the help of mnemonics such as Mov, Add, Sub, End etc.</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78325">
                <a:tc>
                  <a:txBody>
                    <a:bodyPr/>
                    <a:lstStyle/>
                    <a:p>
                      <a:pPr marL="0" marR="0" lvl="0" indent="0" algn="l" rtl="0">
                        <a:spcBef>
                          <a:spcPts val="0"/>
                        </a:spcBef>
                        <a:spcAft>
                          <a:spcPts val="0"/>
                        </a:spcAft>
                        <a:buNone/>
                      </a:pPr>
                      <a:r>
                        <a:rPr lang="en-US" sz="1600"/>
                        <a:t>Machine language is very difficult to understand by the human beings.</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Assembly language is easy to understand by the human being as compare to 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78325">
                <a:tc>
                  <a:txBody>
                    <a:bodyPr/>
                    <a:lstStyle/>
                    <a:p>
                      <a:pPr marL="0" marR="0" lvl="0" indent="0" algn="l" rtl="0">
                        <a:spcBef>
                          <a:spcPts val="0"/>
                        </a:spcBef>
                        <a:spcAft>
                          <a:spcPts val="0"/>
                        </a:spcAft>
                        <a:buNone/>
                      </a:pPr>
                      <a:r>
                        <a:rPr lang="en-US" sz="1600"/>
                        <a:t>Modifications and error fixing cannot be done in 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Modifications and error fixing can be done in assembly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578325">
                <a:tc>
                  <a:txBody>
                    <a:bodyPr/>
                    <a:lstStyle/>
                    <a:p>
                      <a:pPr marL="0" marR="0" lvl="0" indent="0" algn="l" rtl="0">
                        <a:spcBef>
                          <a:spcPts val="0"/>
                        </a:spcBef>
                        <a:spcAft>
                          <a:spcPts val="0"/>
                        </a:spcAft>
                        <a:buNone/>
                      </a:pPr>
                      <a:r>
                        <a:rPr lang="en-US" sz="1600"/>
                        <a:t>Machine language is very difficult to memorize so it is not possible to learn the 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Easy to memorize the assembly language because some alphabets and mnemonics are used.</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578325">
                <a:tc>
                  <a:txBody>
                    <a:bodyPr/>
                    <a:lstStyle/>
                    <a:p>
                      <a:pPr marL="0" marR="0" lvl="0" indent="0" algn="l" rtl="0">
                        <a:spcBef>
                          <a:spcPts val="0"/>
                        </a:spcBef>
                        <a:spcAft>
                          <a:spcPts val="0"/>
                        </a:spcAft>
                        <a:buNone/>
                      </a:pPr>
                      <a:r>
                        <a:rPr lang="en-US" sz="1600"/>
                        <a:t>Execution is fast in machine language because all data is already present in binary format.</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Execution is slow as compared to 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r h="578325">
                <a:tc>
                  <a:txBody>
                    <a:bodyPr/>
                    <a:lstStyle/>
                    <a:p>
                      <a:pPr marL="0" marR="0" lvl="0" indent="0" algn="l" rtl="0">
                        <a:spcBef>
                          <a:spcPts val="0"/>
                        </a:spcBef>
                        <a:spcAft>
                          <a:spcPts val="0"/>
                        </a:spcAft>
                        <a:buNone/>
                      </a:pPr>
                      <a:r>
                        <a:rPr lang="en-US" sz="1600"/>
                        <a:t>There is no need of translator.The machine understandable form is the machine language.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Assembler is used as translator to convert mnemonics into machine understandable form.</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7"/>
                  </a:ext>
                </a:extLst>
              </a:tr>
              <a:tr h="578325">
                <a:tc>
                  <a:txBody>
                    <a:bodyPr/>
                    <a:lstStyle/>
                    <a:p>
                      <a:pPr marL="0" marR="0" lvl="0" indent="0" algn="l" rtl="0">
                        <a:spcBef>
                          <a:spcPts val="0"/>
                        </a:spcBef>
                        <a:spcAft>
                          <a:spcPts val="0"/>
                        </a:spcAft>
                        <a:buNone/>
                      </a:pPr>
                      <a:r>
                        <a:rPr lang="en-US" sz="1600"/>
                        <a:t>Machine language is hardware dependent.</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a:t>Assembly language is the machine dependent and it is not portable.</a:t>
                      </a:r>
                      <a:endParaRPr/>
                    </a:p>
                  </a:txBody>
                  <a:tcPr marL="71850" marR="71850" marT="35925" marB="359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6"/>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12</a:t>
            </a:fld>
            <a:endParaRPr>
              <a:latin typeface="Calibri"/>
              <a:ea typeface="Calibri"/>
              <a:cs typeface="Calibri"/>
              <a:sym typeface="Calibri"/>
            </a:endParaRPr>
          </a:p>
        </p:txBody>
      </p:sp>
      <p:sp>
        <p:nvSpPr>
          <p:cNvPr id="217" name="Google Shape;217;p26"/>
          <p:cNvSpPr/>
          <p:nvPr/>
        </p:nvSpPr>
        <p:spPr>
          <a:xfrm>
            <a:off x="444832" y="1394460"/>
            <a:ext cx="10620431" cy="649408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Entire logic of the program is written as a single continuous (nonstop or unbroken) block is called "unstructured Programming". </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Consists of just writing the sequence of commands or statements in the main program.</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Program written by following this language is very difficult to modify and to debug.</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Example, assembly language programs.</a:t>
            </a:r>
            <a:endParaRPr sz="3200" b="0" i="0" u="none" strike="noStrike" cap="none">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3200" b="0" i="0" u="none" strike="noStrike" cap="none">
              <a:solidFill>
                <a:srgbClr val="FF0000"/>
              </a:solidFill>
              <a:latin typeface="Calibri"/>
              <a:ea typeface="Calibri"/>
              <a:cs typeface="Calibri"/>
              <a:sym typeface="Calibri"/>
            </a:endParaRPr>
          </a:p>
        </p:txBody>
      </p:sp>
      <p:sp>
        <p:nvSpPr>
          <p:cNvPr id="218" name="Google Shape;218;p26"/>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Unstructured programming languages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7"/>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Unstructured programming languages</a:t>
            </a:r>
            <a:endParaRPr/>
          </a:p>
        </p:txBody>
      </p:sp>
      <p:sp>
        <p:nvSpPr>
          <p:cNvPr id="225" name="Google Shape;225;p27"/>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13</a:t>
            </a:fld>
            <a:endParaRPr>
              <a:latin typeface="Calibri"/>
              <a:ea typeface="Calibri"/>
              <a:cs typeface="Calibri"/>
              <a:sym typeface="Calibri"/>
            </a:endParaRPr>
          </a:p>
        </p:txBody>
      </p:sp>
      <p:sp>
        <p:nvSpPr>
          <p:cNvPr id="226" name="Google Shape;226;p27"/>
          <p:cNvSpPr/>
          <p:nvPr/>
        </p:nvSpPr>
        <p:spPr>
          <a:xfrm>
            <a:off x="944384" y="1610521"/>
            <a:ext cx="3146354" cy="5847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3200" b="0" i="0" u="none" strike="noStrike" cap="none">
                <a:solidFill>
                  <a:srgbClr val="C00000"/>
                </a:solidFill>
                <a:latin typeface="Calibri"/>
                <a:ea typeface="Calibri"/>
                <a:cs typeface="Calibri"/>
                <a:sym typeface="Calibri"/>
              </a:rPr>
              <a:t>Limitations</a:t>
            </a:r>
            <a:endParaRPr sz="3200" b="0" i="0" u="none" strike="noStrike" cap="none">
              <a:solidFill>
                <a:srgbClr val="C00000"/>
              </a:solidFill>
              <a:latin typeface="Calibri"/>
              <a:ea typeface="Calibri"/>
              <a:cs typeface="Calibri"/>
              <a:sym typeface="Calibri"/>
            </a:endParaRPr>
          </a:p>
        </p:txBody>
      </p:sp>
      <p:sp>
        <p:nvSpPr>
          <p:cNvPr id="227" name="Google Shape;227;p27"/>
          <p:cNvSpPr/>
          <p:nvPr/>
        </p:nvSpPr>
        <p:spPr>
          <a:xfrm>
            <a:off x="944384" y="2206636"/>
            <a:ext cx="10620431" cy="5509200"/>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Data is global and code operate on it.</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The concept of local variable did not exist.</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Does not have independent data for processing.</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As the code increases, maintenance become more complex.</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Reusability of code not supported.</a:t>
            </a:r>
            <a:endParaRPr/>
          </a:p>
          <a:p>
            <a:pPr marL="457200" marR="0" lvl="0" indent="-254000" algn="just"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just" rtl="0">
              <a:spcBef>
                <a:spcPts val="0"/>
              </a:spcBef>
              <a:spcAft>
                <a:spcPts val="0"/>
              </a:spcAft>
              <a:buNone/>
            </a:pPr>
            <a:endParaRPr sz="3200" b="0" i="0" u="none" strike="noStrike" cap="none">
              <a:solidFill>
                <a:srgbClr val="FF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8"/>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Procedural programming languages</a:t>
            </a:r>
            <a:endParaRPr/>
          </a:p>
        </p:txBody>
      </p:sp>
      <p:sp>
        <p:nvSpPr>
          <p:cNvPr id="234" name="Google Shape;234;p28"/>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14</a:t>
            </a:fld>
            <a:endParaRPr>
              <a:latin typeface="Calibri"/>
              <a:ea typeface="Calibri"/>
              <a:cs typeface="Calibri"/>
              <a:sym typeface="Calibri"/>
            </a:endParaRPr>
          </a:p>
        </p:txBody>
      </p:sp>
      <p:sp>
        <p:nvSpPr>
          <p:cNvPr id="235" name="Google Shape;235;p28"/>
          <p:cNvSpPr/>
          <p:nvPr/>
        </p:nvSpPr>
        <p:spPr>
          <a:xfrm>
            <a:off x="711200" y="1837861"/>
            <a:ext cx="10620431" cy="6001643"/>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The first programming paradigm that a new developer will learn. </a:t>
            </a:r>
            <a:endParaRPr sz="3200" b="0" i="0" u="none" strike="noStrike" cap="none">
              <a:solidFill>
                <a:schemeClr val="dk1"/>
              </a:solidFill>
              <a:latin typeface="Calibri"/>
              <a:ea typeface="Calibri"/>
              <a:cs typeface="Calibri"/>
              <a:sym typeface="Calibri"/>
            </a:endParaRPr>
          </a:p>
          <a:p>
            <a:pPr marL="457200" marR="0" lvl="0" indent="-254000" algn="l"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Fundamentally, the procedural code is the one that directly instructs a device on how to finish a task in logical steps. </a:t>
            </a:r>
            <a:endParaRPr sz="3200" b="0" i="0" u="none" strike="noStrike" cap="none">
              <a:solidFill>
                <a:schemeClr val="dk1"/>
              </a:solidFill>
              <a:latin typeface="Calibri"/>
              <a:ea typeface="Calibri"/>
              <a:cs typeface="Calibri"/>
              <a:sym typeface="Calibri"/>
            </a:endParaRPr>
          </a:p>
          <a:p>
            <a:pPr marL="457200" marR="0" lvl="0" indent="-254000" algn="l"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This paradigm uses a linear top-down approach and treats data and procedures as two different entities. </a:t>
            </a:r>
            <a:endParaRPr sz="3200" b="0" i="0" u="none" strike="noStrike" cap="none">
              <a:solidFill>
                <a:schemeClr val="dk1"/>
              </a:solidFill>
              <a:latin typeface="Calibri"/>
              <a:ea typeface="Calibri"/>
              <a:cs typeface="Calibri"/>
              <a:sym typeface="Calibri"/>
            </a:endParaRPr>
          </a:p>
          <a:p>
            <a:pPr marL="457200" marR="0" lvl="0" indent="-254000" algn="l"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Example FORTRAN and COBOL language programs.</a:t>
            </a:r>
            <a:endParaRPr/>
          </a:p>
          <a:p>
            <a:pPr marL="457200" marR="0" lvl="0" indent="-254000" algn="l" rtl="0">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29"/>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Procedural programming languages</a:t>
            </a:r>
            <a:endParaRPr/>
          </a:p>
        </p:txBody>
      </p:sp>
      <p:sp>
        <p:nvSpPr>
          <p:cNvPr id="242" name="Google Shape;242;p29"/>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15</a:t>
            </a:fld>
            <a:endParaRPr>
              <a:latin typeface="Calibri"/>
              <a:ea typeface="Calibri"/>
              <a:cs typeface="Calibri"/>
              <a:sym typeface="Calibri"/>
            </a:endParaRPr>
          </a:p>
        </p:txBody>
      </p:sp>
      <p:sp>
        <p:nvSpPr>
          <p:cNvPr id="243" name="Google Shape;243;p29"/>
          <p:cNvSpPr/>
          <p:nvPr/>
        </p:nvSpPr>
        <p:spPr>
          <a:xfrm>
            <a:off x="322611" y="1569720"/>
            <a:ext cx="11127874" cy="5509200"/>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Procedural programming divides the program into procedures, which are also known as routines or functions, simply containing a series of steps to be carried out. </a:t>
            </a: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It involves writing down a list of instructions to tell the computer what it should do step-by-step to finish the task at hand.</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Program flow control is achieved through function calls and goto statements. </a:t>
            </a:r>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0"/>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Procedural oriented programming languages</a:t>
            </a:r>
            <a:endParaRPr/>
          </a:p>
        </p:txBody>
      </p:sp>
      <p:sp>
        <p:nvSpPr>
          <p:cNvPr id="250" name="Google Shape;250;p30"/>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16</a:t>
            </a:fld>
            <a:endParaRPr>
              <a:latin typeface="Calibri"/>
              <a:ea typeface="Calibri"/>
              <a:cs typeface="Calibri"/>
              <a:sym typeface="Calibri"/>
            </a:endParaRPr>
          </a:p>
        </p:txBody>
      </p:sp>
      <p:sp>
        <p:nvSpPr>
          <p:cNvPr id="251" name="Google Shape;251;p30"/>
          <p:cNvSpPr/>
          <p:nvPr/>
        </p:nvSpPr>
        <p:spPr>
          <a:xfrm rot="-5400000">
            <a:off x="-1038726" y="3163295"/>
            <a:ext cx="2433053" cy="5847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3200">
                <a:solidFill>
                  <a:srgbClr val="C00000"/>
                </a:solidFill>
                <a:latin typeface="Calibri"/>
                <a:ea typeface="Calibri"/>
                <a:cs typeface="Calibri"/>
                <a:sym typeface="Calibri"/>
              </a:rPr>
              <a:t>Limitations</a:t>
            </a:r>
            <a:endParaRPr sz="3200">
              <a:solidFill>
                <a:srgbClr val="C00000"/>
              </a:solidFill>
              <a:latin typeface="Calibri"/>
              <a:ea typeface="Calibri"/>
              <a:cs typeface="Calibri"/>
              <a:sym typeface="Calibri"/>
            </a:endParaRPr>
          </a:p>
        </p:txBody>
      </p:sp>
      <p:sp>
        <p:nvSpPr>
          <p:cNvPr id="252" name="Google Shape;252;p30"/>
          <p:cNvSpPr/>
          <p:nvPr/>
        </p:nvSpPr>
        <p:spPr>
          <a:xfrm>
            <a:off x="355600" y="1516698"/>
            <a:ext cx="12251245" cy="6001643"/>
          </a:xfrm>
          <a:prstGeom prst="rect">
            <a:avLst/>
          </a:prstGeom>
          <a:noFill/>
          <a:ln>
            <a:noFill/>
          </a:ln>
        </p:spPr>
        <p:txBody>
          <a:bodyPr spcFirstLastPara="1" wrap="square" lIns="91425" tIns="45700" rIns="91425" bIns="45700" anchor="t" anchorCtr="0">
            <a:noAutofit/>
          </a:bodyPr>
          <a:lstStyle/>
          <a:p>
            <a:pPr marL="223838" marR="0" lvl="0" indent="-223838"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program code is harder to write.</a:t>
            </a:r>
            <a:endParaRPr/>
          </a:p>
          <a:p>
            <a:pPr marL="223838" marR="0" lvl="0" indent="-20638"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223838" marR="0" lvl="0" indent="-223838"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procedural code is often not reusable, need to recreate. </a:t>
            </a:r>
            <a:endParaRPr/>
          </a:p>
          <a:p>
            <a:pPr marL="223838" marR="0" lvl="0" indent="-20638"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223838" marR="0" lvl="0" indent="-223838"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Difficult to relate with real-world objects.</a:t>
            </a:r>
            <a:endParaRPr/>
          </a:p>
          <a:p>
            <a:pPr marL="223838" marR="0" lvl="0" indent="-20638"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223838" marR="0" lvl="0" indent="-223838"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importance is given to the operation rather than the data, which might pose issues in some data-sensitive cases.</a:t>
            </a:r>
            <a:endParaRPr/>
          </a:p>
          <a:p>
            <a:pPr marL="223838" marR="0" lvl="0" indent="-20638"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223838" marR="0" lvl="0" indent="-223838"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Data is not secured because data is global and can be accessed by any function.</a:t>
            </a:r>
            <a:endParaRPr/>
          </a:p>
          <a:p>
            <a:pPr marL="0" marR="0" lvl="0" indent="0" algn="just"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1"/>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Structured programming languages</a:t>
            </a:r>
            <a:endParaRPr/>
          </a:p>
        </p:txBody>
      </p:sp>
      <p:sp>
        <p:nvSpPr>
          <p:cNvPr id="259" name="Google Shape;259;p31"/>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17</a:t>
            </a:fld>
            <a:endParaRPr>
              <a:latin typeface="Calibri"/>
              <a:ea typeface="Calibri"/>
              <a:cs typeface="Calibri"/>
              <a:sym typeface="Calibri"/>
            </a:endParaRPr>
          </a:p>
        </p:txBody>
      </p:sp>
      <p:sp>
        <p:nvSpPr>
          <p:cNvPr id="260" name="Google Shape;260;p31"/>
          <p:cNvSpPr/>
          <p:nvPr/>
        </p:nvSpPr>
        <p:spPr>
          <a:xfrm>
            <a:off x="111112" y="1394460"/>
            <a:ext cx="12080888" cy="6494085"/>
          </a:xfrm>
          <a:prstGeom prst="rect">
            <a:avLst/>
          </a:prstGeom>
          <a:no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Large programs are divided into small programs called functions, modules, subprogram, subroutines and procedures.</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b="1">
                <a:solidFill>
                  <a:schemeClr val="dk1"/>
                </a:solidFill>
                <a:latin typeface="Calibri"/>
                <a:ea typeface="Calibri"/>
                <a:cs typeface="Calibri"/>
                <a:sym typeface="Calibri"/>
              </a:rPr>
              <a:t>Modular programming </a:t>
            </a:r>
            <a:r>
              <a:rPr lang="en-US" sz="3200">
                <a:solidFill>
                  <a:schemeClr val="dk1"/>
                </a:solidFill>
                <a:latin typeface="Calibri"/>
                <a:ea typeface="Calibri"/>
                <a:cs typeface="Calibri"/>
                <a:sym typeface="Calibri"/>
              </a:rPr>
              <a:t>is another name for this.</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These functions have statements embraced inside curly braces. Each function is design to do a specific task with its own data and logic. </a:t>
            </a: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Data moves freely around the systems from one function to another.</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2"/>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Structured programming languages</a:t>
            </a:r>
            <a:endParaRPr/>
          </a:p>
        </p:txBody>
      </p:sp>
      <p:sp>
        <p:nvSpPr>
          <p:cNvPr id="267" name="Google Shape;267;p32"/>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18</a:t>
            </a:fld>
            <a:endParaRPr>
              <a:latin typeface="Calibri"/>
              <a:ea typeface="Calibri"/>
              <a:cs typeface="Calibri"/>
              <a:sym typeface="Calibri"/>
            </a:endParaRPr>
          </a:p>
        </p:txBody>
      </p:sp>
      <p:sp>
        <p:nvSpPr>
          <p:cNvPr id="268" name="Google Shape;268;p32"/>
          <p:cNvSpPr/>
          <p:nvPr/>
        </p:nvSpPr>
        <p:spPr>
          <a:xfrm>
            <a:off x="355600" y="1219200"/>
            <a:ext cx="11358993" cy="6494085"/>
          </a:xfrm>
          <a:prstGeom prst="rect">
            <a:avLst/>
          </a:prstGeom>
          <a:noFill/>
          <a:ln>
            <a:noFill/>
          </a:ln>
        </p:spPr>
        <p:txBody>
          <a:bodyPr spcFirstLastPara="1" wrap="square" lIns="91425" tIns="45700" rIns="91425" bIns="45700" anchor="t" anchorCtr="0">
            <a:noAutofit/>
          </a:bodyPr>
          <a:lstStyle/>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Information can be passed from one function to another function through parameters. </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A function can have local data that cannot be accessed outside the function’s scope. </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Easier for the programmer to test and debug the code</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l"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Program structure follows “Top Down Approach”. Example: C, Pascal, ALGOL and Modula-2</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3"/>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Structured oriented programming languages</a:t>
            </a:r>
            <a:endParaRPr/>
          </a:p>
        </p:txBody>
      </p:sp>
      <p:sp>
        <p:nvSpPr>
          <p:cNvPr id="275" name="Google Shape;275;p33"/>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19</a:t>
            </a:fld>
            <a:endParaRPr>
              <a:latin typeface="Calibri"/>
              <a:ea typeface="Calibri"/>
              <a:cs typeface="Calibri"/>
              <a:sym typeface="Calibri"/>
            </a:endParaRPr>
          </a:p>
        </p:txBody>
      </p:sp>
      <p:sp>
        <p:nvSpPr>
          <p:cNvPr id="276" name="Google Shape;276;p33"/>
          <p:cNvSpPr/>
          <p:nvPr/>
        </p:nvSpPr>
        <p:spPr>
          <a:xfrm>
            <a:off x="711200" y="1516698"/>
            <a:ext cx="2433053" cy="58477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3200">
                <a:solidFill>
                  <a:srgbClr val="C00000"/>
                </a:solidFill>
                <a:latin typeface="Calibri"/>
                <a:ea typeface="Calibri"/>
                <a:cs typeface="Calibri"/>
                <a:sym typeface="Calibri"/>
              </a:rPr>
              <a:t>Limitations</a:t>
            </a:r>
            <a:endParaRPr sz="3200">
              <a:solidFill>
                <a:srgbClr val="C00000"/>
              </a:solidFill>
              <a:latin typeface="Calibri"/>
              <a:ea typeface="Calibri"/>
              <a:cs typeface="Calibri"/>
              <a:sym typeface="Calibri"/>
            </a:endParaRPr>
          </a:p>
        </p:txBody>
      </p:sp>
      <p:sp>
        <p:nvSpPr>
          <p:cNvPr id="277" name="Google Shape;277;p33"/>
          <p:cNvSpPr/>
          <p:nvPr/>
        </p:nvSpPr>
        <p:spPr>
          <a:xfrm>
            <a:off x="944384" y="2101473"/>
            <a:ext cx="10620431" cy="5016758"/>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Data hiding</a:t>
            </a:r>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Debugging of program is hard</a:t>
            </a:r>
            <a:endParaRPr/>
          </a:p>
          <a:p>
            <a:pPr marL="914400" marR="0" lvl="1" indent="-457200" algn="just" rtl="0">
              <a:spcBef>
                <a:spcPts val="0"/>
              </a:spcBef>
              <a:spcAft>
                <a:spcPts val="0"/>
              </a:spcAft>
              <a:buClr>
                <a:schemeClr val="dk1"/>
              </a:buClr>
              <a:buSzPts val="3200"/>
              <a:buFont typeface="Arial"/>
              <a:buChar char="•"/>
            </a:pPr>
            <a:r>
              <a:rPr lang="en-US" sz="3200" b="0" i="0" u="none" strike="noStrike" cap="none">
                <a:solidFill>
                  <a:schemeClr val="dk1"/>
                </a:solidFill>
                <a:latin typeface="Calibri"/>
                <a:ea typeface="Calibri"/>
                <a:cs typeface="Calibri"/>
                <a:sym typeface="Calibri"/>
              </a:rPr>
              <a:t>Not possible to handle run time errors and future enhancements </a:t>
            </a:r>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Software development period and cost is high</a:t>
            </a:r>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If end user require changes, a big modification is needed in software</a:t>
            </a:r>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More stress laid on procedures not on data</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4"/>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20</a:t>
            </a:fld>
            <a:endParaRPr>
              <a:latin typeface="Calibri"/>
              <a:ea typeface="Calibri"/>
              <a:cs typeface="Calibri"/>
              <a:sym typeface="Calibri"/>
            </a:endParaRPr>
          </a:p>
        </p:txBody>
      </p:sp>
      <p:sp>
        <p:nvSpPr>
          <p:cNvPr id="284" name="Google Shape;284;p34"/>
          <p:cNvSpPr/>
          <p:nvPr/>
        </p:nvSpPr>
        <p:spPr>
          <a:xfrm>
            <a:off x="711200" y="1536905"/>
            <a:ext cx="11220317" cy="6001643"/>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OOP is a fundamental programming paradigm</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In this type of language, programs are divided into objects.</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Prime focus is on the data that is being operated and not on  the functions or procedures.</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 Data is hidden and cannot be accessed by external functions.</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Program structure follows “Bottom UP Approach”.</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
        <p:nvSpPr>
          <p:cNvPr id="285" name="Google Shape;285;p34"/>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Object oriented programming languages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5"/>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21</a:t>
            </a:fld>
            <a:endParaRPr>
              <a:latin typeface="Calibri"/>
              <a:ea typeface="Calibri"/>
              <a:cs typeface="Calibri"/>
              <a:sym typeface="Calibri"/>
            </a:endParaRPr>
          </a:p>
        </p:txBody>
      </p:sp>
      <p:sp>
        <p:nvSpPr>
          <p:cNvPr id="292" name="Google Shape;292;p35"/>
          <p:cNvSpPr txBox="1">
            <a:spLocks noGrp="1"/>
          </p:cNvSpPr>
          <p:nvPr>
            <p:ph type="title"/>
          </p:nvPr>
        </p:nvSpPr>
        <p:spPr>
          <a:xfrm>
            <a:off x="448198" y="207767"/>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Object oriented programming languages</a:t>
            </a:r>
            <a:endParaRPr/>
          </a:p>
        </p:txBody>
      </p:sp>
      <p:sp>
        <p:nvSpPr>
          <p:cNvPr id="293" name="Google Shape;293;p35"/>
          <p:cNvSpPr/>
          <p:nvPr/>
        </p:nvSpPr>
        <p:spPr>
          <a:xfrm>
            <a:off x="854184" y="1676710"/>
            <a:ext cx="10207712" cy="5509200"/>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focus of OOP languages is not on structure, but on modeling data.</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main aim of OOP is to bind together the data and the functions that operate on them so that no other part of the code can access this data except that function.</a:t>
            </a: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Object oriented programming languages</a:t>
            </a:r>
            <a:endParaRPr/>
          </a:p>
        </p:txBody>
      </p:sp>
      <p:sp>
        <p:nvSpPr>
          <p:cNvPr id="300" name="Google Shape;300;p36"/>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22</a:t>
            </a:fld>
            <a:endParaRPr>
              <a:latin typeface="Calibri"/>
              <a:ea typeface="Calibri"/>
              <a:cs typeface="Calibri"/>
              <a:sym typeface="Calibri"/>
            </a:endParaRPr>
          </a:p>
        </p:txBody>
      </p:sp>
      <p:sp>
        <p:nvSpPr>
          <p:cNvPr id="301" name="Google Shape;301;p36"/>
          <p:cNvSpPr/>
          <p:nvPr/>
        </p:nvSpPr>
        <p:spPr>
          <a:xfrm>
            <a:off x="448198" y="1982240"/>
            <a:ext cx="10620431" cy="4031873"/>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OOP is a </a:t>
            </a:r>
            <a:r>
              <a:rPr lang="en-US" sz="3200">
                <a:solidFill>
                  <a:srgbClr val="FF0000"/>
                </a:solidFill>
                <a:latin typeface="Calibri"/>
                <a:ea typeface="Calibri"/>
                <a:cs typeface="Calibri"/>
                <a:sym typeface="Calibri"/>
              </a:rPr>
              <a:t>programming paradigm </a:t>
            </a:r>
            <a:r>
              <a:rPr lang="en-US" sz="3200">
                <a:solidFill>
                  <a:schemeClr val="dk1"/>
                </a:solidFill>
                <a:latin typeface="Calibri"/>
                <a:ea typeface="Calibri"/>
                <a:cs typeface="Calibri"/>
                <a:sym typeface="Calibri"/>
              </a:rPr>
              <a:t>that relies on the concept of </a:t>
            </a:r>
            <a:r>
              <a:rPr lang="en-US" sz="3200">
                <a:solidFill>
                  <a:srgbClr val="FF0000"/>
                </a:solidFill>
                <a:latin typeface="Calibri"/>
                <a:ea typeface="Calibri"/>
                <a:cs typeface="Calibri"/>
                <a:sym typeface="Calibri"/>
              </a:rPr>
              <a:t>classes</a:t>
            </a:r>
            <a:r>
              <a:rPr lang="en-US" sz="3200">
                <a:solidFill>
                  <a:schemeClr val="dk1"/>
                </a:solidFill>
                <a:latin typeface="Calibri"/>
                <a:ea typeface="Calibri"/>
                <a:cs typeface="Calibri"/>
                <a:sym typeface="Calibri"/>
              </a:rPr>
              <a:t> and </a:t>
            </a:r>
            <a:r>
              <a:rPr lang="en-US" sz="3200">
                <a:solidFill>
                  <a:srgbClr val="FF0000"/>
                </a:solidFill>
                <a:latin typeface="Calibri"/>
                <a:ea typeface="Calibri"/>
                <a:cs typeface="Calibri"/>
                <a:sym typeface="Calibri"/>
              </a:rPr>
              <a:t>objects</a:t>
            </a:r>
            <a:r>
              <a:rPr lang="en-US" sz="3200">
                <a:solidFill>
                  <a:schemeClr val="dk1"/>
                </a:solidFill>
                <a:latin typeface="Calibri"/>
                <a:ea typeface="Calibri"/>
                <a:cs typeface="Calibri"/>
                <a:sym typeface="Calibri"/>
              </a:rPr>
              <a:t>.</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It is used to structure a software program into simple, reusable pieces of code </a:t>
            </a:r>
            <a:r>
              <a:rPr lang="en-US" sz="3200">
                <a:solidFill>
                  <a:srgbClr val="FF0000"/>
                </a:solidFill>
                <a:latin typeface="Calibri"/>
                <a:ea typeface="Calibri"/>
                <a:cs typeface="Calibri"/>
                <a:sym typeface="Calibri"/>
              </a:rPr>
              <a:t>blueprints</a:t>
            </a:r>
            <a:r>
              <a:rPr lang="en-US" sz="3200">
                <a:solidFill>
                  <a:schemeClr val="dk1"/>
                </a:solidFill>
                <a:latin typeface="Calibri"/>
                <a:ea typeface="Calibri"/>
                <a:cs typeface="Calibri"/>
                <a:sym typeface="Calibri"/>
              </a:rPr>
              <a:t> (usually called classes) which are used to create individual </a:t>
            </a:r>
            <a:r>
              <a:rPr lang="en-US" sz="3200">
                <a:solidFill>
                  <a:srgbClr val="FF0000"/>
                </a:solidFill>
                <a:latin typeface="Calibri"/>
                <a:ea typeface="Calibri"/>
                <a:cs typeface="Calibri"/>
                <a:sym typeface="Calibri"/>
              </a:rPr>
              <a:t>instances of objects</a:t>
            </a:r>
            <a:r>
              <a:rPr lang="en-US" sz="3200">
                <a:solidFill>
                  <a:schemeClr val="dk1"/>
                </a:solidFill>
                <a:latin typeface="Calibri"/>
                <a:ea typeface="Calibri"/>
                <a:cs typeface="Calibri"/>
                <a:sym typeface="Calibri"/>
              </a:rPr>
              <a:t>.</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37"/>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Object oriented programming languages</a:t>
            </a:r>
            <a:endParaRPr/>
          </a:p>
        </p:txBody>
      </p:sp>
      <p:sp>
        <p:nvSpPr>
          <p:cNvPr id="308" name="Google Shape;308;p37"/>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23</a:t>
            </a:fld>
            <a:endParaRPr>
              <a:latin typeface="Calibri"/>
              <a:ea typeface="Calibri"/>
              <a:cs typeface="Calibri"/>
              <a:sym typeface="Calibri"/>
            </a:endParaRPr>
          </a:p>
        </p:txBody>
      </p:sp>
      <p:sp>
        <p:nvSpPr>
          <p:cNvPr id="309" name="Google Shape;309;p37"/>
          <p:cNvSpPr/>
          <p:nvPr/>
        </p:nvSpPr>
        <p:spPr>
          <a:xfrm>
            <a:off x="711200" y="1837861"/>
            <a:ext cx="10620431" cy="5509200"/>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A programmer designs a software program by organizing related pieces of </a:t>
            </a:r>
            <a:r>
              <a:rPr lang="en-US" sz="3200">
                <a:solidFill>
                  <a:srgbClr val="FF0000"/>
                </a:solidFill>
                <a:latin typeface="Calibri"/>
                <a:ea typeface="Calibri"/>
                <a:cs typeface="Calibri"/>
                <a:sym typeface="Calibri"/>
              </a:rPr>
              <a:t>information</a:t>
            </a:r>
            <a:r>
              <a:rPr lang="en-US" sz="3200">
                <a:solidFill>
                  <a:schemeClr val="dk1"/>
                </a:solidFill>
                <a:latin typeface="Calibri"/>
                <a:ea typeface="Calibri"/>
                <a:cs typeface="Calibri"/>
                <a:sym typeface="Calibri"/>
              </a:rPr>
              <a:t> and </a:t>
            </a:r>
            <a:r>
              <a:rPr lang="en-US" sz="3200">
                <a:solidFill>
                  <a:srgbClr val="FF0000"/>
                </a:solidFill>
                <a:latin typeface="Calibri"/>
                <a:ea typeface="Calibri"/>
                <a:cs typeface="Calibri"/>
                <a:sym typeface="Calibri"/>
              </a:rPr>
              <a:t>behaviors</a:t>
            </a:r>
            <a:r>
              <a:rPr lang="en-US" sz="3200">
                <a:solidFill>
                  <a:schemeClr val="dk1"/>
                </a:solidFill>
                <a:latin typeface="Calibri"/>
                <a:ea typeface="Calibri"/>
                <a:cs typeface="Calibri"/>
                <a:sym typeface="Calibri"/>
              </a:rPr>
              <a:t> together into a template called a </a:t>
            </a:r>
            <a:r>
              <a:rPr lang="en-US" sz="3200">
                <a:solidFill>
                  <a:srgbClr val="FF0000"/>
                </a:solidFill>
                <a:latin typeface="Calibri"/>
                <a:ea typeface="Calibri"/>
                <a:cs typeface="Calibri"/>
                <a:sym typeface="Calibri"/>
              </a:rPr>
              <a:t>class</a:t>
            </a:r>
            <a:endParaRPr sz="3200">
              <a:solidFill>
                <a:schemeClr val="dk1"/>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The entire software program runs by having multiple </a:t>
            </a:r>
            <a:r>
              <a:rPr lang="en-US" sz="3200">
                <a:solidFill>
                  <a:srgbClr val="FF0000"/>
                </a:solidFill>
                <a:latin typeface="Calibri"/>
                <a:ea typeface="Calibri"/>
                <a:cs typeface="Calibri"/>
                <a:sym typeface="Calibri"/>
              </a:rPr>
              <a:t>objects</a:t>
            </a:r>
            <a:r>
              <a:rPr lang="en-US" sz="3200">
                <a:solidFill>
                  <a:schemeClr val="dk1"/>
                </a:solidFill>
                <a:latin typeface="Calibri"/>
                <a:ea typeface="Calibri"/>
                <a:cs typeface="Calibri"/>
                <a:sym typeface="Calibri"/>
              </a:rPr>
              <a:t> interact with objects to create the larger program</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Examples of OOP languages include C++, Visual Basic.NET and Java.</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endParaRPr sz="3200">
              <a:solidFill>
                <a:srgbClr val="FF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8"/>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Comparison</a:t>
            </a:r>
            <a:endParaRPr/>
          </a:p>
        </p:txBody>
      </p:sp>
      <p:sp>
        <p:nvSpPr>
          <p:cNvPr id="316" name="Google Shape;316;p38"/>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24</a:t>
            </a:fld>
            <a:endParaRPr>
              <a:latin typeface="Calibri"/>
              <a:ea typeface="Calibri"/>
              <a:cs typeface="Calibri"/>
              <a:sym typeface="Calibri"/>
            </a:endParaRPr>
          </a:p>
        </p:txBody>
      </p:sp>
      <p:graphicFrame>
        <p:nvGraphicFramePr>
          <p:cNvPr id="317" name="Google Shape;317;p38"/>
          <p:cNvGraphicFramePr/>
          <p:nvPr/>
        </p:nvGraphicFramePr>
        <p:xfrm>
          <a:off x="355600" y="1837861"/>
          <a:ext cx="11618550" cy="4346450"/>
        </p:xfrm>
        <a:graphic>
          <a:graphicData uri="http://schemas.openxmlformats.org/drawingml/2006/table">
            <a:tbl>
              <a:tblPr>
                <a:noFill/>
                <a:tableStyleId>{18A7E54D-189A-4BB6-B8B5-B265EE7889B1}</a:tableStyleId>
              </a:tblPr>
              <a:tblGrid>
                <a:gridCol w="5809275">
                  <a:extLst>
                    <a:ext uri="{9D8B030D-6E8A-4147-A177-3AD203B41FA5}">
                      <a16:colId xmlns:a16="http://schemas.microsoft.com/office/drawing/2014/main" val="20000"/>
                    </a:ext>
                  </a:extLst>
                </a:gridCol>
                <a:gridCol w="5809275">
                  <a:extLst>
                    <a:ext uri="{9D8B030D-6E8A-4147-A177-3AD203B41FA5}">
                      <a16:colId xmlns:a16="http://schemas.microsoft.com/office/drawing/2014/main" val="20001"/>
                    </a:ext>
                  </a:extLst>
                </a:gridCol>
              </a:tblGrid>
              <a:tr h="460575">
                <a:tc>
                  <a:txBody>
                    <a:bodyPr/>
                    <a:lstStyle/>
                    <a:p>
                      <a:pPr marL="0" marR="0" lvl="0" indent="0" algn="l" rtl="0">
                        <a:spcBef>
                          <a:spcPts val="0"/>
                        </a:spcBef>
                        <a:spcAft>
                          <a:spcPts val="0"/>
                        </a:spcAft>
                        <a:buNone/>
                      </a:pPr>
                      <a:r>
                        <a:rPr lang="en-US" sz="2000" b="1">
                          <a:latin typeface="Calibri"/>
                          <a:ea typeface="Calibri"/>
                          <a:cs typeface="Calibri"/>
                          <a:sym typeface="Calibri"/>
                        </a:rPr>
                        <a:t>Procedure/Structure oriented </a:t>
                      </a:r>
                      <a:br>
                        <a:rPr lang="en-US" sz="2000" b="1">
                          <a:latin typeface="Calibri"/>
                          <a:ea typeface="Calibri"/>
                          <a:cs typeface="Calibri"/>
                          <a:sym typeface="Calibri"/>
                        </a:rPr>
                      </a:br>
                      <a:endParaRPr sz="2000" b="1">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latin typeface="Calibri"/>
                          <a:ea typeface="Calibri"/>
                          <a:cs typeface="Calibri"/>
                          <a:sym typeface="Calibri"/>
                        </a:rPr>
                        <a:t>Object oriented</a:t>
                      </a:r>
                      <a:endParaRPr sz="2000" b="1">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50900">
                <a:tc>
                  <a:txBody>
                    <a:bodyPr/>
                    <a:lstStyle/>
                    <a:p>
                      <a:pPr marL="0" marR="0" lvl="0" indent="0" algn="l" rtl="0">
                        <a:spcBef>
                          <a:spcPts val="0"/>
                        </a:spcBef>
                        <a:spcAft>
                          <a:spcPts val="0"/>
                        </a:spcAft>
                        <a:buNone/>
                      </a:pPr>
                      <a:r>
                        <a:rPr lang="en-US" sz="2000" b="0">
                          <a:latin typeface="Calibri"/>
                          <a:ea typeface="Calibri"/>
                          <a:cs typeface="Calibri"/>
                          <a:sym typeface="Calibri"/>
                        </a:rPr>
                        <a:t>Top-down.</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Bottom-up.</a:t>
                      </a:r>
                      <a:endParaRPr/>
                    </a:p>
                    <a:p>
                      <a:pPr marL="0" marR="0" lvl="0" indent="0" algn="l" rtl="0">
                        <a:spcBef>
                          <a:spcPts val="0"/>
                        </a:spcBef>
                        <a:spcAft>
                          <a:spcPts val="0"/>
                        </a:spcAft>
                        <a:buNone/>
                      </a:pP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0275">
                <a:tc>
                  <a:txBody>
                    <a:bodyPr/>
                    <a:lstStyle/>
                    <a:p>
                      <a:pPr marL="0" marR="0" lvl="0" indent="0" algn="l" rtl="0">
                        <a:spcBef>
                          <a:spcPts val="0"/>
                        </a:spcBef>
                        <a:spcAft>
                          <a:spcPts val="0"/>
                        </a:spcAft>
                        <a:buNone/>
                      </a:pPr>
                      <a:r>
                        <a:rPr lang="en-US" sz="2000" b="0">
                          <a:latin typeface="Calibri"/>
                          <a:ea typeface="Calibri"/>
                          <a:cs typeface="Calibri"/>
                          <a:sym typeface="Calibri"/>
                        </a:rPr>
                        <a:t>Main focus is on "how to get the task done" i.e. on the procedure or structure of a program .</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Main focus is on 'data security'. Hence, only objects are permitted to access the entities of a class.</a:t>
                      </a:r>
                      <a:endParaRPr/>
                    </a:p>
                    <a:p>
                      <a:pPr marL="0" marR="0" lvl="0" indent="0" algn="l" rtl="0">
                        <a:spcBef>
                          <a:spcPts val="0"/>
                        </a:spcBef>
                        <a:spcAft>
                          <a:spcPts val="0"/>
                        </a:spcAft>
                        <a:buNone/>
                      </a:pP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60575">
                <a:tc>
                  <a:txBody>
                    <a:bodyPr/>
                    <a:lstStyle/>
                    <a:p>
                      <a:pPr marL="0" marR="0" lvl="0" indent="0" algn="l" rtl="0">
                        <a:spcBef>
                          <a:spcPts val="0"/>
                        </a:spcBef>
                        <a:spcAft>
                          <a:spcPts val="0"/>
                        </a:spcAft>
                        <a:buNone/>
                      </a:pPr>
                      <a:r>
                        <a:rPr lang="en-US" sz="2000" b="0">
                          <a:latin typeface="Calibri"/>
                          <a:ea typeface="Calibri"/>
                          <a:cs typeface="Calibri"/>
                          <a:sym typeface="Calibri"/>
                        </a:rPr>
                        <a:t>Large program is divided into units called functions.</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Entire program is divided into objects. </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60575">
                <a:tc>
                  <a:txBody>
                    <a:bodyPr/>
                    <a:lstStyle/>
                    <a:p>
                      <a:pPr marL="0" marR="0" lvl="0" indent="0" algn="l" rtl="0">
                        <a:spcBef>
                          <a:spcPts val="0"/>
                        </a:spcBef>
                        <a:spcAft>
                          <a:spcPts val="0"/>
                        </a:spcAft>
                        <a:buNone/>
                      </a:pPr>
                      <a:endParaRPr sz="2000" b="0">
                        <a:latin typeface="Calibri"/>
                        <a:ea typeface="Calibri"/>
                        <a:cs typeface="Calibri"/>
                        <a:sym typeface="Calibri"/>
                      </a:endParaRPr>
                    </a:p>
                    <a:p>
                      <a:pPr marL="0" marR="0" lvl="0" indent="0" algn="l" rtl="0">
                        <a:spcBef>
                          <a:spcPts val="0"/>
                        </a:spcBef>
                        <a:spcAft>
                          <a:spcPts val="0"/>
                        </a:spcAft>
                        <a:buNone/>
                      </a:pPr>
                      <a:r>
                        <a:rPr lang="en-US" sz="2000" b="0">
                          <a:latin typeface="Calibri"/>
                          <a:ea typeface="Calibri"/>
                          <a:cs typeface="Calibri"/>
                          <a:sym typeface="Calibri"/>
                        </a:rPr>
                        <a:t>No access specifier observed.</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Access specifier are "public", "private", "protected".</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70275">
                <a:tc>
                  <a:txBody>
                    <a:bodyPr/>
                    <a:lstStyle/>
                    <a:p>
                      <a:pPr marL="0" marR="0" lvl="0" indent="0" algn="l" rtl="0">
                        <a:spcBef>
                          <a:spcPts val="0"/>
                        </a:spcBef>
                        <a:spcAft>
                          <a:spcPts val="0"/>
                        </a:spcAft>
                        <a:buNone/>
                      </a:pPr>
                      <a:r>
                        <a:rPr lang="en-US" sz="2000" b="0">
                          <a:latin typeface="Calibri"/>
                          <a:ea typeface="Calibri"/>
                          <a:cs typeface="Calibri"/>
                          <a:sym typeface="Calibri"/>
                        </a:rPr>
                        <a:t>Neither it overload functions nor operators.</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It overloads functions, constructors, and operators.</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9"/>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Comparison</a:t>
            </a:r>
            <a:endParaRPr/>
          </a:p>
        </p:txBody>
      </p:sp>
      <p:sp>
        <p:nvSpPr>
          <p:cNvPr id="324" name="Google Shape;324;p39"/>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25</a:t>
            </a:fld>
            <a:endParaRPr>
              <a:latin typeface="Calibri"/>
              <a:ea typeface="Calibri"/>
              <a:cs typeface="Calibri"/>
              <a:sym typeface="Calibri"/>
            </a:endParaRPr>
          </a:p>
        </p:txBody>
      </p:sp>
      <p:graphicFrame>
        <p:nvGraphicFramePr>
          <p:cNvPr id="325" name="Google Shape;325;p39"/>
          <p:cNvGraphicFramePr/>
          <p:nvPr/>
        </p:nvGraphicFramePr>
        <p:xfrm>
          <a:off x="355600" y="1569720"/>
          <a:ext cx="11618550" cy="5165750"/>
        </p:xfrm>
        <a:graphic>
          <a:graphicData uri="http://schemas.openxmlformats.org/drawingml/2006/table">
            <a:tbl>
              <a:tblPr>
                <a:noFill/>
                <a:tableStyleId>{18A7E54D-189A-4BB6-B8B5-B265EE7889B1}</a:tableStyleId>
              </a:tblPr>
              <a:tblGrid>
                <a:gridCol w="5809275">
                  <a:extLst>
                    <a:ext uri="{9D8B030D-6E8A-4147-A177-3AD203B41FA5}">
                      <a16:colId xmlns:a16="http://schemas.microsoft.com/office/drawing/2014/main" val="20000"/>
                    </a:ext>
                  </a:extLst>
                </a:gridCol>
                <a:gridCol w="5809275">
                  <a:extLst>
                    <a:ext uri="{9D8B030D-6E8A-4147-A177-3AD203B41FA5}">
                      <a16:colId xmlns:a16="http://schemas.microsoft.com/office/drawing/2014/main" val="20001"/>
                    </a:ext>
                  </a:extLst>
                </a:gridCol>
              </a:tblGrid>
              <a:tr h="460575">
                <a:tc>
                  <a:txBody>
                    <a:bodyPr/>
                    <a:lstStyle/>
                    <a:p>
                      <a:pPr marL="0" marR="0" lvl="0" indent="0" algn="l" rtl="0">
                        <a:spcBef>
                          <a:spcPts val="0"/>
                        </a:spcBef>
                        <a:spcAft>
                          <a:spcPts val="0"/>
                        </a:spcAft>
                        <a:buNone/>
                      </a:pPr>
                      <a:r>
                        <a:rPr lang="en-US" sz="2000" b="1">
                          <a:latin typeface="Calibri"/>
                          <a:ea typeface="Calibri"/>
                          <a:cs typeface="Calibri"/>
                          <a:sym typeface="Calibri"/>
                        </a:rPr>
                        <a:t>Procedure/Structure oriented</a:t>
                      </a:r>
                      <a:br>
                        <a:rPr lang="en-US" sz="2000" b="1">
                          <a:latin typeface="Calibri"/>
                          <a:ea typeface="Calibri"/>
                          <a:cs typeface="Calibri"/>
                          <a:sym typeface="Calibri"/>
                        </a:rPr>
                      </a:br>
                      <a:endParaRPr sz="2000" b="1">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1">
                          <a:latin typeface="Calibri"/>
                          <a:ea typeface="Calibri"/>
                          <a:cs typeface="Calibri"/>
                          <a:sym typeface="Calibri"/>
                        </a:rPr>
                        <a:t>Object oriented</a:t>
                      </a:r>
                      <a:endParaRPr sz="2000" b="1">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50900">
                <a:tc>
                  <a:txBody>
                    <a:bodyPr/>
                    <a:lstStyle/>
                    <a:p>
                      <a:pPr marL="0" marR="0" lvl="0" indent="0" algn="l" rtl="0">
                        <a:spcBef>
                          <a:spcPts val="0"/>
                        </a:spcBef>
                        <a:spcAft>
                          <a:spcPts val="0"/>
                        </a:spcAft>
                        <a:buNone/>
                      </a:pPr>
                      <a:r>
                        <a:rPr lang="en-US" sz="2000" b="0">
                          <a:latin typeface="Calibri"/>
                          <a:ea typeface="Calibri"/>
                          <a:cs typeface="Calibri"/>
                          <a:sym typeface="Calibri"/>
                        </a:rPr>
                        <a:t>Their is no provision of inheritance.</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Inheritance achieved in three modes public private and protected.</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70275">
                <a:tc>
                  <a:txBody>
                    <a:bodyPr/>
                    <a:lstStyle/>
                    <a:p>
                      <a:pPr marL="0" marR="0" lvl="0" indent="0" algn="l" rtl="0">
                        <a:spcBef>
                          <a:spcPts val="0"/>
                        </a:spcBef>
                        <a:spcAft>
                          <a:spcPts val="0"/>
                        </a:spcAft>
                        <a:buNone/>
                      </a:pPr>
                      <a:r>
                        <a:rPr lang="en-US" sz="2000" b="0">
                          <a:latin typeface="Calibri"/>
                          <a:ea typeface="Calibri"/>
                          <a:cs typeface="Calibri"/>
                          <a:sym typeface="Calibri"/>
                        </a:rPr>
                        <a:t>There is no proper way of hiding the data, so data is insecure </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Data is hidden in three modes public, private, and protected. hence data security increases.</a:t>
                      </a: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60575">
                <a:tc>
                  <a:txBody>
                    <a:bodyPr/>
                    <a:lstStyle/>
                    <a:p>
                      <a:pPr marL="0" marR="0" lvl="0" indent="0" algn="l" rtl="0">
                        <a:spcBef>
                          <a:spcPts val="0"/>
                        </a:spcBef>
                        <a:spcAft>
                          <a:spcPts val="0"/>
                        </a:spcAft>
                        <a:buNone/>
                      </a:pPr>
                      <a:r>
                        <a:rPr lang="en-US" sz="2000" b="0">
                          <a:latin typeface="Calibri"/>
                          <a:ea typeface="Calibri"/>
                          <a:cs typeface="Calibri"/>
                          <a:sym typeface="Calibri"/>
                        </a:rPr>
                        <a:t>Global data is shared among the functions in the program.</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Data is shared among the objects through the member functions.</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60575">
                <a:tc>
                  <a:txBody>
                    <a:bodyPr/>
                    <a:lstStyle/>
                    <a:p>
                      <a:pPr marL="0" marR="0" lvl="0" indent="0" algn="l" rtl="0">
                        <a:spcBef>
                          <a:spcPts val="0"/>
                        </a:spcBef>
                        <a:spcAft>
                          <a:spcPts val="0"/>
                        </a:spcAft>
                        <a:buNone/>
                      </a:pPr>
                      <a:r>
                        <a:rPr lang="en-US" sz="2000" b="0">
                          <a:latin typeface="Calibri"/>
                          <a:ea typeface="Calibri"/>
                          <a:cs typeface="Calibri"/>
                          <a:sym typeface="Calibri"/>
                        </a:rPr>
                        <a:t>No concept of friend function.</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Classes or function can become a friend of another class with the keyword "friend".</a:t>
                      </a:r>
                      <a:br>
                        <a:rPr lang="en-US" sz="2000" b="0">
                          <a:latin typeface="Calibri"/>
                          <a:ea typeface="Calibri"/>
                          <a:cs typeface="Calibri"/>
                          <a:sym typeface="Calibri"/>
                        </a:rPr>
                      </a:br>
                      <a:r>
                        <a:rPr lang="en-US" sz="2000" b="0">
                          <a:latin typeface="Calibri"/>
                          <a:ea typeface="Calibri"/>
                          <a:cs typeface="Calibri"/>
                          <a:sym typeface="Calibri"/>
                        </a:rPr>
                        <a:t>Note: "friend" keyword is used only in c++</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70275">
                <a:tc>
                  <a:txBody>
                    <a:bodyPr/>
                    <a:lstStyle/>
                    <a:p>
                      <a:pPr marL="0" marR="0" lvl="0" indent="0" algn="l" rtl="0">
                        <a:spcBef>
                          <a:spcPts val="0"/>
                        </a:spcBef>
                        <a:spcAft>
                          <a:spcPts val="0"/>
                        </a:spcAft>
                        <a:buNone/>
                      </a:pPr>
                      <a:r>
                        <a:rPr lang="en-US" sz="2000" b="0">
                          <a:latin typeface="Calibri"/>
                          <a:ea typeface="Calibri"/>
                          <a:cs typeface="Calibri"/>
                          <a:sym typeface="Calibri"/>
                        </a:rPr>
                        <a:t>No concept of virtual classes .</a:t>
                      </a:r>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2000" b="0">
                          <a:latin typeface="Calibri"/>
                          <a:ea typeface="Calibri"/>
                          <a:cs typeface="Calibri"/>
                          <a:sym typeface="Calibri"/>
                        </a:rPr>
                        <a:t>Concept of virtual function appear during inheritance.</a:t>
                      </a:r>
                      <a:br>
                        <a:rPr lang="en-US" sz="2000" b="0">
                          <a:latin typeface="Calibri"/>
                          <a:ea typeface="Calibri"/>
                          <a:cs typeface="Calibri"/>
                          <a:sym typeface="Calibri"/>
                        </a:rPr>
                      </a:br>
                      <a:endParaRPr sz="2000" b="0">
                        <a:latin typeface="Calibri"/>
                        <a:ea typeface="Calibri"/>
                        <a:cs typeface="Calibri"/>
                        <a:sym typeface="Calibri"/>
                      </a:endParaRPr>
                    </a:p>
                  </a:txBody>
                  <a:tcPr marL="41900" marR="41900" marT="20950" marB="2095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0"/>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Building blocks of OOP</a:t>
            </a:r>
            <a:endParaRPr/>
          </a:p>
        </p:txBody>
      </p:sp>
      <p:sp>
        <p:nvSpPr>
          <p:cNvPr id="332" name="Google Shape;332;p40"/>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26</a:t>
            </a:fld>
            <a:endParaRPr>
              <a:latin typeface="Calibri"/>
              <a:ea typeface="Calibri"/>
              <a:cs typeface="Calibri"/>
              <a:sym typeface="Calibri"/>
            </a:endParaRPr>
          </a:p>
        </p:txBody>
      </p:sp>
      <p:sp>
        <p:nvSpPr>
          <p:cNvPr id="333" name="Google Shape;333;p40"/>
          <p:cNvSpPr/>
          <p:nvPr/>
        </p:nvSpPr>
        <p:spPr>
          <a:xfrm>
            <a:off x="355600" y="1837861"/>
            <a:ext cx="6060698" cy="600164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chemeClr val="dk1"/>
                </a:solidFill>
                <a:latin typeface="Calibri"/>
                <a:ea typeface="Calibri"/>
                <a:cs typeface="Calibri"/>
                <a:sym typeface="Calibri"/>
              </a:rPr>
              <a:t>The code building blocks to build an OOP program are:</a:t>
            </a:r>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a:p>
            <a:pPr marL="0" marR="0" lvl="0" indent="0" algn="l" rtl="0">
              <a:spcBef>
                <a:spcPts val="0"/>
              </a:spcBef>
              <a:spcAft>
                <a:spcPts val="0"/>
              </a:spcAft>
              <a:buNone/>
            </a:pPr>
            <a:r>
              <a:rPr lang="en-US" sz="3200">
                <a:solidFill>
                  <a:srgbClr val="FF0000"/>
                </a:solidFill>
                <a:latin typeface="Calibri"/>
                <a:ea typeface="Calibri"/>
                <a:cs typeface="Calibri"/>
                <a:sym typeface="Calibri"/>
              </a:rPr>
              <a:t>Classes (Blue print/prototype)</a:t>
            </a:r>
            <a:endParaRPr/>
          </a:p>
          <a:p>
            <a:pPr marL="457200" marR="0" lvl="1" indent="0" algn="just" rtl="0">
              <a:spcBef>
                <a:spcPts val="0"/>
              </a:spcBef>
              <a:spcAft>
                <a:spcPts val="0"/>
              </a:spcAft>
              <a:buNone/>
            </a:pPr>
            <a:r>
              <a:rPr lang="en-US" sz="3200" b="0" i="0" u="none" strike="noStrike" cap="none">
                <a:solidFill>
                  <a:schemeClr val="dk1"/>
                </a:solidFill>
                <a:latin typeface="Calibri"/>
                <a:ea typeface="Calibri"/>
                <a:cs typeface="Calibri"/>
                <a:sym typeface="Calibri"/>
              </a:rPr>
              <a:t>A </a:t>
            </a:r>
            <a:r>
              <a:rPr lang="en-US" sz="3200" b="1" i="0" u="none" strike="noStrike" cap="none">
                <a:solidFill>
                  <a:schemeClr val="dk1"/>
                </a:solidFill>
                <a:latin typeface="Calibri"/>
                <a:ea typeface="Calibri"/>
                <a:cs typeface="Calibri"/>
                <a:sym typeface="Calibri"/>
              </a:rPr>
              <a:t>class</a:t>
            </a:r>
            <a:r>
              <a:rPr lang="en-US" sz="3200" b="0" i="0" u="none" strike="noStrike" cap="none">
                <a:solidFill>
                  <a:schemeClr val="dk1"/>
                </a:solidFill>
                <a:latin typeface="Calibri"/>
                <a:ea typeface="Calibri"/>
                <a:cs typeface="Calibri"/>
                <a:sym typeface="Calibri"/>
              </a:rPr>
              <a:t> is a user defined blueprint or prototype from which </a:t>
            </a:r>
            <a:r>
              <a:rPr lang="en-US" sz="3200" b="1" i="0" u="none" strike="noStrike" cap="none">
                <a:solidFill>
                  <a:schemeClr val="dk1"/>
                </a:solidFill>
                <a:latin typeface="Calibri"/>
                <a:ea typeface="Calibri"/>
                <a:cs typeface="Calibri"/>
                <a:sym typeface="Calibri"/>
              </a:rPr>
              <a:t>objects</a:t>
            </a:r>
            <a:r>
              <a:rPr lang="en-US" sz="3200" b="0" i="0" u="none" strike="noStrike" cap="none">
                <a:solidFill>
                  <a:schemeClr val="dk1"/>
                </a:solidFill>
                <a:latin typeface="Calibri"/>
                <a:ea typeface="Calibri"/>
                <a:cs typeface="Calibri"/>
                <a:sym typeface="Calibri"/>
              </a:rPr>
              <a:t> are created. It represents the set of properties or </a:t>
            </a:r>
            <a:r>
              <a:rPr lang="en-US" sz="3200" b="1" i="0" u="none" strike="noStrike" cap="none">
                <a:solidFill>
                  <a:schemeClr val="dk1"/>
                </a:solidFill>
                <a:latin typeface="Calibri"/>
                <a:ea typeface="Calibri"/>
                <a:cs typeface="Calibri"/>
                <a:sym typeface="Calibri"/>
              </a:rPr>
              <a:t>methods</a:t>
            </a:r>
            <a:r>
              <a:rPr lang="en-US" sz="3200" b="0" i="0" u="none" strike="noStrike" cap="none">
                <a:solidFill>
                  <a:schemeClr val="dk1"/>
                </a:solidFill>
                <a:latin typeface="Calibri"/>
                <a:ea typeface="Calibri"/>
                <a:cs typeface="Calibri"/>
                <a:sym typeface="Calibri"/>
              </a:rPr>
              <a:t> that are common to all </a:t>
            </a:r>
            <a:r>
              <a:rPr lang="en-US" sz="3200" b="1" i="0" u="none" strike="noStrike" cap="none">
                <a:solidFill>
                  <a:schemeClr val="dk1"/>
                </a:solidFill>
                <a:latin typeface="Calibri"/>
                <a:ea typeface="Calibri"/>
                <a:cs typeface="Calibri"/>
                <a:sym typeface="Calibri"/>
              </a:rPr>
              <a:t>objects</a:t>
            </a:r>
            <a:r>
              <a:rPr lang="en-US" sz="3200" b="0" i="0" u="none" strike="noStrike" cap="none">
                <a:solidFill>
                  <a:schemeClr val="dk1"/>
                </a:solidFill>
                <a:latin typeface="Calibri"/>
                <a:ea typeface="Calibri"/>
                <a:cs typeface="Calibri"/>
                <a:sym typeface="Calibri"/>
              </a:rPr>
              <a:t> of one type.</a:t>
            </a:r>
            <a:endParaRPr sz="32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pic>
        <p:nvPicPr>
          <p:cNvPr id="334" name="Google Shape;334;p40"/>
          <p:cNvPicPr preferRelativeResize="0"/>
          <p:nvPr/>
        </p:nvPicPr>
        <p:blipFill rotWithShape="1">
          <a:blip r:embed="rId3">
            <a:alphaModFix/>
          </a:blip>
          <a:srcRect/>
          <a:stretch/>
        </p:blipFill>
        <p:spPr>
          <a:xfrm>
            <a:off x="6604941" y="1990321"/>
            <a:ext cx="5305425" cy="4086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1"/>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Building blocks of OOP</a:t>
            </a:r>
            <a:endParaRPr/>
          </a:p>
        </p:txBody>
      </p:sp>
      <p:sp>
        <p:nvSpPr>
          <p:cNvPr id="341" name="Google Shape;341;p41"/>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27</a:t>
            </a:fld>
            <a:endParaRPr>
              <a:latin typeface="Calibri"/>
              <a:ea typeface="Calibri"/>
              <a:cs typeface="Calibri"/>
              <a:sym typeface="Calibri"/>
            </a:endParaRPr>
          </a:p>
        </p:txBody>
      </p:sp>
      <p:sp>
        <p:nvSpPr>
          <p:cNvPr id="342" name="Google Shape;342;p41"/>
          <p:cNvSpPr/>
          <p:nvPr/>
        </p:nvSpPr>
        <p:spPr>
          <a:xfrm>
            <a:off x="711200" y="1756920"/>
            <a:ext cx="11480800" cy="600164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rgbClr val="FF0000"/>
                </a:solidFill>
                <a:latin typeface="Calibri"/>
                <a:ea typeface="Calibri"/>
                <a:cs typeface="Calibri"/>
                <a:sym typeface="Calibri"/>
              </a:rPr>
              <a:t>Methods (Behavior / actions)</a:t>
            </a:r>
            <a:endParaRPr/>
          </a:p>
          <a:p>
            <a:pPr marL="0" marR="0" lvl="0" indent="0" algn="l" rtl="0">
              <a:spcBef>
                <a:spcPts val="0"/>
              </a:spcBef>
              <a:spcAft>
                <a:spcPts val="0"/>
              </a:spcAft>
              <a:buNone/>
            </a:pPr>
            <a:r>
              <a:rPr lang="en-US" sz="3200">
                <a:solidFill>
                  <a:schemeClr val="dk1"/>
                </a:solidFill>
                <a:latin typeface="Calibri"/>
                <a:ea typeface="Calibri"/>
                <a:cs typeface="Calibri"/>
                <a:sym typeface="Calibri"/>
              </a:rPr>
              <a:t>           Are function that manipulate the data, an action performed by an object (a verb) </a:t>
            </a:r>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a:p>
            <a:pPr marL="0" marR="0" lvl="0" indent="0" algn="l" rtl="0">
              <a:spcBef>
                <a:spcPts val="0"/>
              </a:spcBef>
              <a:spcAft>
                <a:spcPts val="0"/>
              </a:spcAft>
              <a:buNone/>
            </a:pPr>
            <a:r>
              <a:rPr lang="en-US" sz="3200">
                <a:solidFill>
                  <a:srgbClr val="FF0000"/>
                </a:solidFill>
                <a:latin typeface="Calibri"/>
                <a:ea typeface="Calibri"/>
                <a:cs typeface="Calibri"/>
                <a:sym typeface="Calibri"/>
              </a:rPr>
              <a:t>Attributes </a:t>
            </a:r>
            <a:endParaRPr/>
          </a:p>
          <a:p>
            <a:pPr marL="0" marR="0" lvl="0" indent="0" algn="l" rtl="0">
              <a:spcBef>
                <a:spcPts val="0"/>
              </a:spcBef>
              <a:spcAft>
                <a:spcPts val="0"/>
              </a:spcAft>
              <a:buNone/>
            </a:pPr>
            <a:r>
              <a:rPr lang="en-US" sz="3200">
                <a:solidFill>
                  <a:schemeClr val="dk1"/>
                </a:solidFill>
                <a:latin typeface="Calibri"/>
                <a:ea typeface="Calibri"/>
                <a:cs typeface="Calibri"/>
                <a:sym typeface="Calibri"/>
              </a:rPr>
              <a:t>(instance variable / information / property / characteristic / field and state) are the attributes of the object, - Characteristics of certain object. </a:t>
            </a:r>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a:p>
            <a:pPr marL="0" marR="0" lvl="0" indent="0" algn="l" rtl="0">
              <a:spcBef>
                <a:spcPts val="0"/>
              </a:spcBef>
              <a:spcAft>
                <a:spcPts val="0"/>
              </a:spcAft>
              <a:buNone/>
            </a:pPr>
            <a:endParaRPr sz="3200">
              <a:solidFill>
                <a:schemeClr val="dk1"/>
              </a:solidFill>
              <a:latin typeface="Calibri"/>
              <a:ea typeface="Calibri"/>
              <a:cs typeface="Calibri"/>
              <a:sym typeface="Calibri"/>
            </a:endParaRPr>
          </a:p>
          <a:p>
            <a:pPr marL="0" marR="0" lvl="0" indent="0" algn="just" rtl="0">
              <a:spcBef>
                <a:spcPts val="0"/>
              </a:spcBef>
              <a:spcAft>
                <a:spcPts val="0"/>
              </a:spcAft>
              <a:buNone/>
            </a:pPr>
            <a:r>
              <a:rPr lang="en-US" sz="3200">
                <a:solidFill>
                  <a:schemeClr val="dk1"/>
                </a:solidFill>
                <a:latin typeface="Calibri"/>
                <a:ea typeface="Calibri"/>
                <a:cs typeface="Calibri"/>
                <a:sym typeface="Calibri"/>
              </a:rPr>
              <a:t>	</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42"/>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Building blocks of OOP</a:t>
            </a:r>
            <a:endParaRPr/>
          </a:p>
        </p:txBody>
      </p:sp>
      <p:sp>
        <p:nvSpPr>
          <p:cNvPr id="349" name="Google Shape;349;p42"/>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28</a:t>
            </a:fld>
            <a:endParaRPr>
              <a:latin typeface="Calibri"/>
              <a:ea typeface="Calibri"/>
              <a:cs typeface="Calibri"/>
              <a:sym typeface="Calibri"/>
            </a:endParaRPr>
          </a:p>
        </p:txBody>
      </p:sp>
      <p:sp>
        <p:nvSpPr>
          <p:cNvPr id="350" name="Google Shape;350;p42"/>
          <p:cNvSpPr/>
          <p:nvPr/>
        </p:nvSpPr>
        <p:spPr>
          <a:xfrm>
            <a:off x="197429" y="1569720"/>
            <a:ext cx="7596170" cy="550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a:solidFill>
                  <a:srgbClr val="FF0000"/>
                </a:solidFill>
                <a:latin typeface="Calibri"/>
                <a:ea typeface="Calibri"/>
                <a:cs typeface="Calibri"/>
                <a:sym typeface="Calibri"/>
              </a:rPr>
              <a:t>Objects (Instance of class)</a:t>
            </a:r>
            <a:endParaRPr/>
          </a:p>
          <a:p>
            <a:pPr marL="690563" marR="0" lvl="0" indent="0" algn="just" rtl="0">
              <a:spcBef>
                <a:spcPts val="0"/>
              </a:spcBef>
              <a:spcAft>
                <a:spcPts val="0"/>
              </a:spcAft>
              <a:buNone/>
            </a:pPr>
            <a:r>
              <a:rPr lang="en-US" sz="3200">
                <a:solidFill>
                  <a:schemeClr val="dk1"/>
                </a:solidFill>
                <a:latin typeface="Calibri"/>
                <a:ea typeface="Calibri"/>
                <a:cs typeface="Calibri"/>
                <a:sym typeface="Calibri"/>
              </a:rPr>
              <a:t> Usually a person, place or thing (a noun). An object is an instance of class. objects stores data and provides method for accessing and modifying this data.</a:t>
            </a:r>
            <a:endParaRPr/>
          </a:p>
          <a:p>
            <a:pPr marL="690563" marR="0" lvl="0" indent="0" algn="just" rtl="0">
              <a:spcBef>
                <a:spcPts val="0"/>
              </a:spcBef>
              <a:spcAft>
                <a:spcPts val="0"/>
              </a:spcAft>
              <a:buNone/>
            </a:pPr>
            <a:r>
              <a:rPr lang="en-US" sz="3200">
                <a:solidFill>
                  <a:schemeClr val="dk1"/>
                </a:solidFill>
                <a:latin typeface="Calibri"/>
                <a:ea typeface="Calibri"/>
                <a:cs typeface="Calibri"/>
                <a:sym typeface="Calibri"/>
              </a:rPr>
              <a:t>Object is considered to be partitioned area of compute memory that stores data and a set of operations that can access the data</a:t>
            </a:r>
            <a:endParaRPr/>
          </a:p>
          <a:p>
            <a:pPr marL="457200" marR="0" lvl="0" indent="-254000" algn="l"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pic>
        <p:nvPicPr>
          <p:cNvPr id="351" name="Google Shape;351;p42"/>
          <p:cNvPicPr preferRelativeResize="0"/>
          <p:nvPr/>
        </p:nvPicPr>
        <p:blipFill rotWithShape="1">
          <a:blip r:embed="rId3">
            <a:alphaModFix/>
          </a:blip>
          <a:srcRect/>
          <a:stretch/>
        </p:blipFill>
        <p:spPr>
          <a:xfrm>
            <a:off x="8181788" y="1959325"/>
            <a:ext cx="4237360" cy="326360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3"/>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Example</a:t>
            </a:r>
            <a:endParaRPr/>
          </a:p>
        </p:txBody>
      </p:sp>
      <p:sp>
        <p:nvSpPr>
          <p:cNvPr id="358" name="Google Shape;358;p43"/>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29</a:t>
            </a:fld>
            <a:endParaRPr>
              <a:latin typeface="Calibri"/>
              <a:ea typeface="Calibri"/>
              <a:cs typeface="Calibri"/>
              <a:sym typeface="Calibri"/>
            </a:endParaRPr>
          </a:p>
        </p:txBody>
      </p:sp>
      <p:pic>
        <p:nvPicPr>
          <p:cNvPr id="359" name="Google Shape;359;p43"/>
          <p:cNvPicPr preferRelativeResize="0"/>
          <p:nvPr/>
        </p:nvPicPr>
        <p:blipFill rotWithShape="1">
          <a:blip r:embed="rId3">
            <a:alphaModFix/>
          </a:blip>
          <a:srcRect/>
          <a:stretch/>
        </p:blipFill>
        <p:spPr>
          <a:xfrm>
            <a:off x="611660" y="1569720"/>
            <a:ext cx="10450236" cy="4691597"/>
          </a:xfrm>
          <a:prstGeom prst="rect">
            <a:avLst/>
          </a:prstGeom>
          <a:noFill/>
          <a:ln>
            <a:noFill/>
          </a:ln>
        </p:spPr>
      </p:pic>
      <p:sp>
        <p:nvSpPr>
          <p:cNvPr id="360" name="Google Shape;360;p43"/>
          <p:cNvSpPr/>
          <p:nvPr/>
        </p:nvSpPr>
        <p:spPr>
          <a:xfrm>
            <a:off x="1077403" y="5891985"/>
            <a:ext cx="89319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FF0000"/>
                </a:solidFill>
                <a:latin typeface="Calibri"/>
                <a:ea typeface="Calibri"/>
                <a:cs typeface="Calibri"/>
                <a:sym typeface="Calibri"/>
              </a:rPr>
              <a:t>Objects</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4"/>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Why OOP?</a:t>
            </a:r>
            <a:endParaRPr/>
          </a:p>
        </p:txBody>
      </p:sp>
      <p:sp>
        <p:nvSpPr>
          <p:cNvPr id="367" name="Google Shape;367;p44"/>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30</a:t>
            </a:fld>
            <a:endParaRPr>
              <a:latin typeface="Calibri"/>
              <a:ea typeface="Calibri"/>
              <a:cs typeface="Calibri"/>
              <a:sym typeface="Calibri"/>
            </a:endParaRPr>
          </a:p>
        </p:txBody>
      </p:sp>
      <p:sp>
        <p:nvSpPr>
          <p:cNvPr id="368" name="Google Shape;368;p44"/>
          <p:cNvSpPr/>
          <p:nvPr/>
        </p:nvSpPr>
        <p:spPr>
          <a:xfrm>
            <a:off x="711200" y="1837861"/>
            <a:ext cx="10620431" cy="452431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OOP is an approach that provides a way of modularizing programs by creating partitioned memory area for both data and functions that can be used as templates for creating copies of such modules on demand.</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OOP makes code organized, reusable, and easy to maintain. It follows the DRY (Don’t Repeat Yourself) principle used by many programmers to make efficient programs</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5"/>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Why OOP?</a:t>
            </a:r>
            <a:endParaRPr/>
          </a:p>
        </p:txBody>
      </p:sp>
      <p:sp>
        <p:nvSpPr>
          <p:cNvPr id="375" name="Google Shape;375;p45"/>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31</a:t>
            </a:fld>
            <a:endParaRPr>
              <a:latin typeface="Calibri"/>
              <a:ea typeface="Calibri"/>
              <a:cs typeface="Calibri"/>
              <a:sym typeface="Calibri"/>
            </a:endParaRPr>
          </a:p>
        </p:txBody>
      </p:sp>
      <p:sp>
        <p:nvSpPr>
          <p:cNvPr id="376" name="Google Shape;376;p45"/>
          <p:cNvSpPr/>
          <p:nvPr/>
        </p:nvSpPr>
        <p:spPr>
          <a:xfrm>
            <a:off x="711200" y="1756920"/>
            <a:ext cx="10620431" cy="4524315"/>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OOP also prevents unwanted access to data, or exposing proprietary code through encapsulation and abstraction. Both are discussed later</a:t>
            </a:r>
            <a:endParaRPr sz="3200">
              <a:solidFill>
                <a:srgbClr val="FF0000"/>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So how do programmers create Object Oriented programs? Well the short answer is by making classes, and creating objects from the classes. Classes form the blueprint for how data &amp; behaviors are structured.</a:t>
            </a:r>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6"/>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Why OOP?</a:t>
            </a:r>
            <a:endParaRPr/>
          </a:p>
        </p:txBody>
      </p:sp>
      <p:sp>
        <p:nvSpPr>
          <p:cNvPr id="383" name="Google Shape;383;p46"/>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32</a:t>
            </a:fld>
            <a:endParaRPr>
              <a:latin typeface="Calibri"/>
              <a:ea typeface="Calibri"/>
              <a:cs typeface="Calibri"/>
              <a:sym typeface="Calibri"/>
            </a:endParaRPr>
          </a:p>
        </p:txBody>
      </p:sp>
      <p:sp>
        <p:nvSpPr>
          <p:cNvPr id="384" name="Google Shape;384;p46"/>
          <p:cNvSpPr/>
          <p:nvPr/>
        </p:nvSpPr>
        <p:spPr>
          <a:xfrm>
            <a:off x="711200" y="1756920"/>
            <a:ext cx="10620431" cy="3046988"/>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chemeClr val="dk1"/>
              </a:buClr>
              <a:buSzPts val="3200"/>
              <a:buFont typeface="Arial"/>
              <a:buChar char="•"/>
            </a:pPr>
            <a:r>
              <a:rPr lang="en-US" sz="3200">
                <a:solidFill>
                  <a:schemeClr val="dk1"/>
                </a:solidFill>
                <a:latin typeface="Calibri"/>
                <a:ea typeface="Calibri"/>
                <a:cs typeface="Calibri"/>
                <a:sym typeface="Calibri"/>
              </a:rPr>
              <a:t>Objects are created for specific instances of a class. As a programmer, you might create a dog class (blueprint) as a standard way to organize all the important information about dogs, and then instantiate an individual dog as an object created from the dog class - like your dog xyz.</a:t>
            </a:r>
            <a:endParaRPr sz="3200">
              <a:solidFill>
                <a:srgbClr val="FF0000"/>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7"/>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Features of OOP</a:t>
            </a:r>
            <a:endParaRPr/>
          </a:p>
        </p:txBody>
      </p:sp>
      <p:sp>
        <p:nvSpPr>
          <p:cNvPr id="391" name="Google Shape;391;p47"/>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33</a:t>
            </a:fld>
            <a:endParaRPr>
              <a:latin typeface="Calibri"/>
              <a:ea typeface="Calibri"/>
              <a:cs typeface="Calibri"/>
              <a:sym typeface="Calibri"/>
            </a:endParaRPr>
          </a:p>
        </p:txBody>
      </p:sp>
      <p:pic>
        <p:nvPicPr>
          <p:cNvPr id="392" name="Google Shape;392;p47"/>
          <p:cNvPicPr preferRelativeResize="0"/>
          <p:nvPr/>
        </p:nvPicPr>
        <p:blipFill rotWithShape="1">
          <a:blip r:embed="rId3">
            <a:alphaModFix/>
          </a:blip>
          <a:srcRect/>
          <a:stretch/>
        </p:blipFill>
        <p:spPr>
          <a:xfrm>
            <a:off x="1457491" y="1784839"/>
            <a:ext cx="8697161" cy="47142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48"/>
          <p:cNvSpPr txBox="1">
            <a:spLocks noGrp="1"/>
          </p:cNvSpPr>
          <p:nvPr>
            <p:ph type="title"/>
          </p:nvPr>
        </p:nvSpPr>
        <p:spPr>
          <a:xfrm>
            <a:off x="197429" y="228600"/>
            <a:ext cx="10871200" cy="9906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2"/>
              </a:buClr>
              <a:buSzPts val="4400"/>
              <a:buFont typeface="Calibri"/>
              <a:buNone/>
            </a:pPr>
            <a:r>
              <a:rPr lang="en-US"/>
              <a:t>References</a:t>
            </a:r>
            <a:endParaRPr/>
          </a:p>
        </p:txBody>
      </p:sp>
      <p:sp>
        <p:nvSpPr>
          <p:cNvPr id="399" name="Google Shape;399;p48"/>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34</a:t>
            </a:fld>
            <a:endParaRPr>
              <a:latin typeface="Calibri"/>
              <a:ea typeface="Calibri"/>
              <a:cs typeface="Calibri"/>
              <a:sym typeface="Calibri"/>
            </a:endParaRPr>
          </a:p>
        </p:txBody>
      </p:sp>
      <p:sp>
        <p:nvSpPr>
          <p:cNvPr id="400" name="Google Shape;400;p48"/>
          <p:cNvSpPr/>
          <p:nvPr/>
        </p:nvSpPr>
        <p:spPr>
          <a:xfrm>
            <a:off x="711200" y="1756920"/>
            <a:ext cx="11480800" cy="6001643"/>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3"/>
              </a:rPr>
              <a:t>https://www.javatpoint.com/java-tutorial</a:t>
            </a:r>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3"/>
              </a:rPr>
              <a:t>https://www.geeksforgeeks.org/classes-objects-java/</a:t>
            </a:r>
            <a:endParaRPr sz="3200">
              <a:solidFill>
                <a:srgbClr val="FF0000"/>
              </a:solidFill>
              <a:latin typeface="Calibri"/>
              <a:ea typeface="Calibri"/>
              <a:cs typeface="Calibri"/>
              <a:sym typeface="Calibri"/>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4"/>
              </a:rPr>
              <a:t>https://techdifferences.com/difference-between-oop-and-pop.html</a:t>
            </a:r>
            <a:endParaRPr sz="3200">
              <a:solidFill>
                <a:srgbClr val="FF0000"/>
              </a:solidFill>
              <a:latin typeface="Calibri"/>
              <a:ea typeface="Calibri"/>
              <a:cs typeface="Calibri"/>
              <a:sym typeface="Calibri"/>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5"/>
              </a:rPr>
              <a:t>https://www.educative.io/blog/object-oriented-programming</a:t>
            </a:r>
            <a:endParaRPr sz="3200">
              <a:solidFill>
                <a:srgbClr val="FF0000"/>
              </a:solidFill>
              <a:latin typeface="Calibri"/>
              <a:ea typeface="Calibri"/>
              <a:cs typeface="Calibri"/>
              <a:sym typeface="Calibri"/>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6"/>
              </a:rPr>
              <a:t>https://www.geeksforgeeks.org/difference-between-machine-language-and-assembly-language/</a:t>
            </a:r>
            <a:endParaRPr sz="3200">
              <a:solidFill>
                <a:srgbClr val="FF0000"/>
              </a:solidFill>
              <a:latin typeface="Calibri"/>
              <a:ea typeface="Calibri"/>
              <a:cs typeface="Calibri"/>
              <a:sym typeface="Calibri"/>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7"/>
              </a:rPr>
              <a:t>https://www.learncomputerscienceonline.com/computer-programming/#POST2anchor2</a:t>
            </a:r>
            <a:endParaRPr sz="3200">
              <a:solidFill>
                <a:srgbClr val="FF0000"/>
              </a:solidFill>
              <a:latin typeface="Calibri"/>
              <a:ea typeface="Calibri"/>
              <a:cs typeface="Calibri"/>
              <a:sym typeface="Calibri"/>
            </a:endParaRPr>
          </a:p>
          <a:p>
            <a:pPr marL="457200" marR="0" lvl="0" indent="-457200" algn="just" rtl="0">
              <a:spcBef>
                <a:spcPts val="0"/>
              </a:spcBef>
              <a:spcAft>
                <a:spcPts val="0"/>
              </a:spcAft>
              <a:buClr>
                <a:srgbClr val="FF0000"/>
              </a:buClr>
              <a:buSzPts val="3200"/>
              <a:buFont typeface="Arial"/>
              <a:buChar char="•"/>
            </a:pPr>
            <a:r>
              <a:rPr lang="en-US" sz="3200" u="sng">
                <a:solidFill>
                  <a:schemeClr val="hlink"/>
                </a:solidFill>
                <a:latin typeface="Calibri"/>
                <a:ea typeface="Calibri"/>
                <a:cs typeface="Calibri"/>
                <a:sym typeface="Calibri"/>
                <a:hlinkClick r:id="rId8"/>
              </a:rPr>
              <a:t>https://www.geeksforgeeks.org/introduction-of-programming-paradigms/</a:t>
            </a:r>
            <a:endParaRPr sz="3200">
              <a:solidFill>
                <a:srgbClr val="FF0000"/>
              </a:solidFill>
              <a:latin typeface="Calibri"/>
              <a:ea typeface="Calibri"/>
              <a:cs typeface="Calibri"/>
              <a:sym typeface="Calibri"/>
            </a:endParaRPr>
          </a:p>
          <a:p>
            <a:pPr marL="457200" marR="0" lvl="0" indent="-254000" algn="just" rtl="0">
              <a:spcBef>
                <a:spcPts val="0"/>
              </a:spcBef>
              <a:spcAft>
                <a:spcPts val="0"/>
              </a:spcAft>
              <a:buClr>
                <a:schemeClr val="dk1"/>
              </a:buClr>
              <a:buSzPts val="3200"/>
              <a:buFont typeface="Arial"/>
              <a:buNone/>
            </a:pPr>
            <a:endParaRPr sz="3200">
              <a:solidFill>
                <a:srgbClr val="FF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9"/>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35</a:t>
            </a:fld>
            <a:endParaRPr>
              <a:latin typeface="Calibri"/>
              <a:ea typeface="Calibri"/>
              <a:cs typeface="Calibri"/>
              <a:sym typeface="Calibri"/>
            </a:endParaRPr>
          </a:p>
        </p:txBody>
      </p:sp>
      <p:sp>
        <p:nvSpPr>
          <p:cNvPr id="406" name="Google Shape;406;p49"/>
          <p:cNvSpPr/>
          <p:nvPr/>
        </p:nvSpPr>
        <p:spPr>
          <a:xfrm>
            <a:off x="2658137" y="3169833"/>
            <a:ext cx="6052725" cy="101566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0" b="1">
                <a:solidFill>
                  <a:schemeClr val="dk1"/>
                </a:solidFill>
                <a:latin typeface="Cambria"/>
                <a:ea typeface="Cambria"/>
                <a:cs typeface="Cambria"/>
                <a:sym typeface="Cambria"/>
              </a:rPr>
              <a:t>THANK YOU</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50"/>
          <p:cNvSpPr txBox="1">
            <a:spLocks noGrp="1"/>
          </p:cNvSpPr>
          <p:nvPr>
            <p:ph type="sldNum" idx="12"/>
          </p:nvPr>
        </p:nvSpPr>
        <p:spPr>
          <a:xfrm>
            <a:off x="0" y="1272222"/>
            <a:ext cx="711200" cy="244476"/>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spcBef>
                <a:spcPts val="0"/>
              </a:spcBef>
              <a:spcAft>
                <a:spcPts val="0"/>
              </a:spcAft>
              <a:buNone/>
            </a:pPr>
            <a:fld id="{00000000-1234-1234-1234-123412341234}" type="slidenum">
              <a:rPr lang="en-US">
                <a:latin typeface="Calibri"/>
                <a:ea typeface="Calibri"/>
                <a:cs typeface="Calibri"/>
                <a:sym typeface="Calibri"/>
              </a:rPr>
              <a:t>36</a:t>
            </a:fld>
            <a:endParaRPr>
              <a:latin typeface="Calibri"/>
              <a:ea typeface="Calibri"/>
              <a:cs typeface="Calibri"/>
              <a:sym typeface="Calibri"/>
            </a:endParaRPr>
          </a:p>
        </p:txBody>
      </p:sp>
      <p:sp>
        <p:nvSpPr>
          <p:cNvPr id="412" name="Google Shape;412;p50"/>
          <p:cNvSpPr/>
          <p:nvPr/>
        </p:nvSpPr>
        <p:spPr>
          <a:xfrm>
            <a:off x="1567273" y="2070695"/>
            <a:ext cx="9100727" cy="3600986"/>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6000" b="1">
                <a:solidFill>
                  <a:schemeClr val="dk1"/>
                </a:solidFill>
                <a:latin typeface="Cambria"/>
                <a:ea typeface="Cambria"/>
                <a:cs typeface="Cambria"/>
                <a:sym typeface="Cambria"/>
              </a:rPr>
              <a:t>Next</a:t>
            </a:r>
            <a:endParaRPr/>
          </a:p>
          <a:p>
            <a:pPr marL="0" marR="0" lvl="0" indent="0" algn="ctr" rtl="0">
              <a:spcBef>
                <a:spcPts val="0"/>
              </a:spcBef>
              <a:spcAft>
                <a:spcPts val="0"/>
              </a:spcAft>
              <a:buNone/>
            </a:pPr>
            <a:endParaRPr sz="6000" b="1">
              <a:solidFill>
                <a:schemeClr val="dk1"/>
              </a:solidFill>
              <a:latin typeface="Cambria"/>
              <a:ea typeface="Cambria"/>
              <a:cs typeface="Cambria"/>
              <a:sym typeface="Cambria"/>
            </a:endParaRPr>
          </a:p>
          <a:p>
            <a:pPr marL="0" marR="0" lvl="0" indent="0" algn="ctr" rtl="0">
              <a:spcBef>
                <a:spcPts val="0"/>
              </a:spcBef>
              <a:spcAft>
                <a:spcPts val="0"/>
              </a:spcAft>
              <a:buNone/>
            </a:pPr>
            <a:r>
              <a:rPr lang="en-US" sz="3600" b="1">
                <a:solidFill>
                  <a:schemeClr val="dk1"/>
                </a:solidFill>
                <a:latin typeface="Cambria"/>
                <a:ea typeface="Cambria"/>
                <a:cs typeface="Cambria"/>
                <a:sym typeface="Cambria"/>
              </a:rPr>
              <a:t>Introduction to Java, NetBeans IDE, basic program, syntax, first program with use of class, object, attribute and method </a:t>
            </a:r>
            <a:endParaRPr sz="3600" b="1">
              <a:solidFill>
                <a:schemeClr val="dk1"/>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Median">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edian">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2105</Words>
  <Application>Microsoft Office PowerPoint</Application>
  <PresentationFormat>Widescreen</PresentationFormat>
  <Paragraphs>316</Paragraphs>
  <Slides>36</Slides>
  <Notes>36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Arial Rounded</vt:lpstr>
      <vt:lpstr>Calibri</vt:lpstr>
      <vt:lpstr>Cambria</vt:lpstr>
      <vt:lpstr>Courier New</vt:lpstr>
      <vt:lpstr>Noto Sans Symbols</vt:lpstr>
      <vt:lpstr>Median</vt:lpstr>
      <vt:lpstr>Median</vt:lpstr>
      <vt:lpstr>PowerPoint Presentation</vt:lpstr>
      <vt:lpstr>Contents</vt:lpstr>
      <vt:lpstr>The study of programming languages</vt:lpstr>
      <vt:lpstr>Introduction of paradigm and programming paradigms</vt:lpstr>
      <vt:lpstr>Introduction of paradigm and programming paradigms</vt:lpstr>
      <vt:lpstr>Programming Languages</vt:lpstr>
      <vt:lpstr>Overview of programming language types and levels</vt:lpstr>
      <vt:lpstr>Machine language</vt:lpstr>
      <vt:lpstr>Machine language</vt:lpstr>
      <vt:lpstr>Assembly language</vt:lpstr>
      <vt:lpstr>Machine language vs Assembly language</vt:lpstr>
      <vt:lpstr>Unstructured programming languages</vt:lpstr>
      <vt:lpstr>Unstructured programming languages</vt:lpstr>
      <vt:lpstr>Procedural programming languages</vt:lpstr>
      <vt:lpstr>Procedural programming languages</vt:lpstr>
      <vt:lpstr>Procedural oriented programming languages</vt:lpstr>
      <vt:lpstr>Structured programming languages</vt:lpstr>
      <vt:lpstr>Structured programming languages</vt:lpstr>
      <vt:lpstr>Structured oriented programming languages</vt:lpstr>
      <vt:lpstr>Object oriented programming languages</vt:lpstr>
      <vt:lpstr>Object oriented programming languages</vt:lpstr>
      <vt:lpstr>Object oriented programming languages</vt:lpstr>
      <vt:lpstr>Object oriented programming languages</vt:lpstr>
      <vt:lpstr>Comparison</vt:lpstr>
      <vt:lpstr>Comparison</vt:lpstr>
      <vt:lpstr>Building blocks of OOP</vt:lpstr>
      <vt:lpstr>Building blocks of OOP</vt:lpstr>
      <vt:lpstr>Building blocks of OOP</vt:lpstr>
      <vt:lpstr>Example</vt:lpstr>
      <vt:lpstr>Why OOP?</vt:lpstr>
      <vt:lpstr>Why OOP?</vt:lpstr>
      <vt:lpstr>Why OOP?</vt:lpstr>
      <vt:lpstr>Features of OOP</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 PC</dc:creator>
  <cp:lastModifiedBy>MD SI SHOVON</cp:lastModifiedBy>
  <cp:revision>1</cp:revision>
  <dcterms:modified xsi:type="dcterms:W3CDTF">2025-06-25T01:32:39Z</dcterms:modified>
</cp:coreProperties>
</file>